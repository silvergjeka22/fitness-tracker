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3"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Lst>
  <p:sldSz cy="5143500" cx="9144000"/>
  <p:notesSz cx="6858000" cy="9144000"/>
  <p:embeddedFontLst>
    <p:embeddedFont>
      <p:font typeface="Roboto"/>
      <p:regular r:id="rId19"/>
      <p:bold r:id="rId20"/>
      <p:italic r:id="rId21"/>
      <p:boldItalic r:id="rId22"/>
    </p:embeddedFont>
    <p:embeddedFont>
      <p:font typeface="Nunito"/>
      <p:regular r:id="rId23"/>
      <p:bold r:id="rId24"/>
      <p:italic r:id="rId25"/>
      <p:boldItalic r:id="rId26"/>
    </p:embeddedFont>
    <p:embeddedFont>
      <p:font typeface="Montserrat"/>
      <p:regular r:id="rId27"/>
      <p:bold r:id="rId28"/>
      <p:italic r:id="rId29"/>
      <p:boldItalic r:id="rId3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Roboto-bold.fntdata"/><Relationship Id="rId22" Type="http://schemas.openxmlformats.org/officeDocument/2006/relationships/font" Target="fonts/Roboto-boldItalic.fntdata"/><Relationship Id="rId21" Type="http://schemas.openxmlformats.org/officeDocument/2006/relationships/font" Target="fonts/Roboto-italic.fntdata"/><Relationship Id="rId24" Type="http://schemas.openxmlformats.org/officeDocument/2006/relationships/font" Target="fonts/Nunito-bold.fntdata"/><Relationship Id="rId23" Type="http://schemas.openxmlformats.org/officeDocument/2006/relationships/font" Target="fonts/Nunito-regular.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Nunito-boldItalic.fntdata"/><Relationship Id="rId25" Type="http://schemas.openxmlformats.org/officeDocument/2006/relationships/font" Target="fonts/Nunito-italic.fntdata"/><Relationship Id="rId28" Type="http://schemas.openxmlformats.org/officeDocument/2006/relationships/font" Target="fonts/Montserrat-bold.fntdata"/><Relationship Id="rId27" Type="http://schemas.openxmlformats.org/officeDocument/2006/relationships/font" Target="fonts/Montserrat-regular.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Montserrat-italic.fntdata"/><Relationship Id="rId7" Type="http://schemas.openxmlformats.org/officeDocument/2006/relationships/slide" Target="slides/slide2.xml"/><Relationship Id="rId8" Type="http://schemas.openxmlformats.org/officeDocument/2006/relationships/slide" Target="slides/slide3.xml"/><Relationship Id="rId30" Type="http://schemas.openxmlformats.org/officeDocument/2006/relationships/font" Target="fonts/Montserrat-boldItalic.fnt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font" Target="fonts/Roboto-regular.fntdata"/><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1f87997393_0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1f87997393_0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1f87997393_0_8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1f87997393_0_8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1f87997393_0_8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1f87997393_0_8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3796d6af49_0_10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3796d6af49_0_10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1f87997393_0_8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2" name="Google Shape;212;g1f87997393_0_8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3796d6af49_0_11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3796d6af49_0_11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g33796d6af49_0_1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2" name="Google Shape;242;g33796d6af49_0_1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3796d6af49_0_1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8" name="Google Shape;248;g33796d6af49_0_1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3796d6af49_0_1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4" name="Google Shape;254;g33796d6af49_0_1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3796d6af49_0_11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3796d6af49_0_11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3796d6af49_0_11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7" name="Google Shape;267;g33796d6af49_0_11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3796d6af49_0_11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3796d6af49_0_11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g1f87997393_0_15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9" name="Google Shape;279;g1f87997393_0_15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accent6"/>
        </a:solidFill>
      </p:bgPr>
    </p:bg>
    <p:spTree>
      <p:nvGrpSpPr>
        <p:cNvPr id="9" name="Shape 9"/>
        <p:cNvGrpSpPr/>
        <p:nvPr/>
      </p:nvGrpSpPr>
      <p:grpSpPr>
        <a:xfrm>
          <a:off x="0" y="0"/>
          <a:ext cx="0" cy="0"/>
          <a:chOff x="0" y="0"/>
          <a:chExt cx="0" cy="0"/>
        </a:xfrm>
      </p:grpSpPr>
      <p:sp>
        <p:nvSpPr>
          <p:cNvPr id="10" name="Google Shape;10;p2"/>
          <p:cNvSpPr/>
          <p:nvPr/>
        </p:nvSpPr>
        <p:spPr>
          <a:xfrm>
            <a:off x="31" y="2824500"/>
            <a:ext cx="7370400" cy="23190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2"/>
          <p:cNvSpPr/>
          <p:nvPr/>
        </p:nvSpPr>
        <p:spPr>
          <a:xfrm flipH="1">
            <a:off x="3582600" y="1550700"/>
            <a:ext cx="5561400" cy="35928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p:nvPr/>
        </p:nvSpPr>
        <p:spPr>
          <a:xfrm rot="10800000">
            <a:off x="5058905" y="0"/>
            <a:ext cx="4085100" cy="2052600"/>
          </a:xfrm>
          <a:prstGeom prst="rtTriangl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a:off x="20327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 name="Google Shape;14;p2"/>
          <p:cNvGrpSpPr/>
          <p:nvPr/>
        </p:nvGrpSpPr>
        <p:grpSpPr>
          <a:xfrm>
            <a:off x="255200" y="592"/>
            <a:ext cx="2250363" cy="1044300"/>
            <a:chOff x="255200" y="592"/>
            <a:chExt cx="2250363" cy="1044300"/>
          </a:xfrm>
        </p:grpSpPr>
        <p:sp>
          <p:nvSpPr>
            <p:cNvPr id="15" name="Google Shape;15;p2"/>
            <p:cNvSpPr/>
            <p:nvPr/>
          </p:nvSpPr>
          <p:spPr>
            <a:xfrm>
              <a:off x="764063" y="592"/>
              <a:ext cx="1741500" cy="10443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a:off x="509632" y="592"/>
              <a:ext cx="1741500" cy="10443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2"/>
            <p:cNvSpPr/>
            <p:nvPr/>
          </p:nvSpPr>
          <p:spPr>
            <a:xfrm>
              <a:off x="255200" y="592"/>
              <a:ext cx="1741500" cy="10443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 name="Google Shape;18;p2"/>
          <p:cNvGrpSpPr/>
          <p:nvPr/>
        </p:nvGrpSpPr>
        <p:grpSpPr>
          <a:xfrm>
            <a:off x="905395" y="592"/>
            <a:ext cx="2250363" cy="1044300"/>
            <a:chOff x="905395" y="592"/>
            <a:chExt cx="2250363" cy="1044300"/>
          </a:xfrm>
        </p:grpSpPr>
        <p:sp>
          <p:nvSpPr>
            <p:cNvPr id="19" name="Google Shape;19;p2"/>
            <p:cNvSpPr/>
            <p:nvPr/>
          </p:nvSpPr>
          <p:spPr>
            <a:xfrm>
              <a:off x="1414258" y="592"/>
              <a:ext cx="1741500" cy="1044300"/>
            </a:xfrm>
            <a:prstGeom prst="parallelogram">
              <a:avLst>
                <a:gd fmla="val 153193" name="adj"/>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2"/>
            <p:cNvSpPr/>
            <p:nvPr/>
          </p:nvSpPr>
          <p:spPr>
            <a:xfrm>
              <a:off x="1159826" y="592"/>
              <a:ext cx="1741500" cy="1044300"/>
            </a:xfrm>
            <a:prstGeom prst="parallelogram">
              <a:avLst>
                <a:gd fmla="val 153193" name="adj"/>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2"/>
            <p:cNvSpPr/>
            <p:nvPr/>
          </p:nvSpPr>
          <p:spPr>
            <a:xfrm>
              <a:off x="905395" y="592"/>
              <a:ext cx="1741500" cy="1044300"/>
            </a:xfrm>
            <a:prstGeom prst="parallelogram">
              <a:avLst>
                <a:gd fmla="val 153193" name="adj"/>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 name="Google Shape;22;p2"/>
          <p:cNvGrpSpPr/>
          <p:nvPr/>
        </p:nvGrpSpPr>
        <p:grpSpPr>
          <a:xfrm>
            <a:off x="7057468" y="5088"/>
            <a:ext cx="1851282" cy="752108"/>
            <a:chOff x="6917201" y="0"/>
            <a:chExt cx="2227777" cy="863400"/>
          </a:xfrm>
        </p:grpSpPr>
        <p:sp>
          <p:nvSpPr>
            <p:cNvPr id="23" name="Google Shape;23;p2"/>
            <p:cNvSpPr/>
            <p:nvPr/>
          </p:nvSpPr>
          <p:spPr>
            <a:xfrm>
              <a:off x="7641677"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2"/>
            <p:cNvSpPr/>
            <p:nvPr/>
          </p:nvSpPr>
          <p:spPr>
            <a:xfrm>
              <a:off x="7279439"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2"/>
            <p:cNvSpPr/>
            <p:nvPr/>
          </p:nvSpPr>
          <p:spPr>
            <a:xfrm>
              <a:off x="6917201"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 name="Google Shape;26;p2"/>
          <p:cNvGrpSpPr/>
          <p:nvPr/>
        </p:nvGrpSpPr>
        <p:grpSpPr>
          <a:xfrm>
            <a:off x="6553032" y="4217852"/>
            <a:ext cx="2389068" cy="925737"/>
            <a:chOff x="6917201" y="0"/>
            <a:chExt cx="2227777" cy="863400"/>
          </a:xfrm>
        </p:grpSpPr>
        <p:sp>
          <p:nvSpPr>
            <p:cNvPr id="27" name="Google Shape;27;p2"/>
            <p:cNvSpPr/>
            <p:nvPr/>
          </p:nvSpPr>
          <p:spPr>
            <a:xfrm>
              <a:off x="7641677" y="0"/>
              <a:ext cx="1503300" cy="863400"/>
            </a:xfrm>
            <a:prstGeom prst="parallelogram">
              <a:avLst>
                <a:gd fmla="val 158024"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2"/>
            <p:cNvSpPr/>
            <p:nvPr/>
          </p:nvSpPr>
          <p:spPr>
            <a:xfrm>
              <a:off x="7279439" y="0"/>
              <a:ext cx="1503300" cy="863400"/>
            </a:xfrm>
            <a:prstGeom prst="parallelogram">
              <a:avLst>
                <a:gd fmla="val 158024"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2"/>
            <p:cNvSpPr/>
            <p:nvPr/>
          </p:nvSpPr>
          <p:spPr>
            <a:xfrm>
              <a:off x="6917201" y="0"/>
              <a:ext cx="1503300" cy="863400"/>
            </a:xfrm>
            <a:prstGeom prst="parallelogram">
              <a:avLst>
                <a:gd fmla="val 158024"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0" name="Google Shape;30;p2"/>
          <p:cNvGrpSpPr/>
          <p:nvPr/>
        </p:nvGrpSpPr>
        <p:grpSpPr>
          <a:xfrm>
            <a:off x="199149" y="4055652"/>
            <a:ext cx="2795414" cy="1083308"/>
            <a:chOff x="6917201" y="0"/>
            <a:chExt cx="2227777" cy="863400"/>
          </a:xfrm>
        </p:grpSpPr>
        <p:sp>
          <p:nvSpPr>
            <p:cNvPr id="31" name="Google Shape;31;p2"/>
            <p:cNvSpPr/>
            <p:nvPr/>
          </p:nvSpPr>
          <p:spPr>
            <a:xfrm>
              <a:off x="7641677"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7279439"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6917201"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4" name="Google Shape;34;p2"/>
          <p:cNvSpPr txBox="1"/>
          <p:nvPr>
            <p:ph type="ctrTitle"/>
          </p:nvPr>
        </p:nvSpPr>
        <p:spPr>
          <a:xfrm>
            <a:off x="1858703" y="1822833"/>
            <a:ext cx="5361300" cy="14481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p:txBody>
      </p:sp>
      <p:sp>
        <p:nvSpPr>
          <p:cNvPr id="35" name="Google Shape;35;p2"/>
          <p:cNvSpPr txBox="1"/>
          <p:nvPr>
            <p:ph idx="1" type="subTitle"/>
          </p:nvPr>
        </p:nvSpPr>
        <p:spPr>
          <a:xfrm>
            <a:off x="1858700" y="3413158"/>
            <a:ext cx="5361300" cy="52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Clr>
                <a:schemeClr val="lt1"/>
              </a:buClr>
              <a:buSzPts val="1600"/>
              <a:buNone/>
              <a:defRPr sz="1600">
                <a:solidFill>
                  <a:schemeClr val="lt1"/>
                </a:solidFill>
              </a:defRPr>
            </a:lvl1pPr>
            <a:lvl2pPr lvl="1" algn="ctr">
              <a:lnSpc>
                <a:spcPct val="100000"/>
              </a:lnSpc>
              <a:spcBef>
                <a:spcPts val="0"/>
              </a:spcBef>
              <a:spcAft>
                <a:spcPts val="0"/>
              </a:spcAft>
              <a:buClr>
                <a:schemeClr val="lt1"/>
              </a:buClr>
              <a:buSzPts val="1600"/>
              <a:buNone/>
              <a:defRPr sz="1600">
                <a:solidFill>
                  <a:schemeClr val="lt1"/>
                </a:solidFill>
              </a:defRPr>
            </a:lvl2pPr>
            <a:lvl3pPr lvl="2" algn="ctr">
              <a:lnSpc>
                <a:spcPct val="100000"/>
              </a:lnSpc>
              <a:spcBef>
                <a:spcPts val="0"/>
              </a:spcBef>
              <a:spcAft>
                <a:spcPts val="0"/>
              </a:spcAft>
              <a:buClr>
                <a:schemeClr val="lt1"/>
              </a:buClr>
              <a:buSzPts val="1600"/>
              <a:buNone/>
              <a:defRPr sz="1600">
                <a:solidFill>
                  <a:schemeClr val="lt1"/>
                </a:solidFill>
              </a:defRPr>
            </a:lvl3pPr>
            <a:lvl4pPr lvl="3" algn="ctr">
              <a:lnSpc>
                <a:spcPct val="100000"/>
              </a:lnSpc>
              <a:spcBef>
                <a:spcPts val="0"/>
              </a:spcBef>
              <a:spcAft>
                <a:spcPts val="0"/>
              </a:spcAft>
              <a:buClr>
                <a:schemeClr val="lt1"/>
              </a:buClr>
              <a:buSzPts val="1600"/>
              <a:buNone/>
              <a:defRPr sz="1600">
                <a:solidFill>
                  <a:schemeClr val="lt1"/>
                </a:solidFill>
              </a:defRPr>
            </a:lvl4pPr>
            <a:lvl5pPr lvl="4" algn="ctr">
              <a:lnSpc>
                <a:spcPct val="100000"/>
              </a:lnSpc>
              <a:spcBef>
                <a:spcPts val="0"/>
              </a:spcBef>
              <a:spcAft>
                <a:spcPts val="0"/>
              </a:spcAft>
              <a:buClr>
                <a:schemeClr val="lt1"/>
              </a:buClr>
              <a:buSzPts val="1600"/>
              <a:buNone/>
              <a:defRPr sz="1600">
                <a:solidFill>
                  <a:schemeClr val="lt1"/>
                </a:solidFill>
              </a:defRPr>
            </a:lvl5pPr>
            <a:lvl6pPr lvl="5" algn="ctr">
              <a:lnSpc>
                <a:spcPct val="100000"/>
              </a:lnSpc>
              <a:spcBef>
                <a:spcPts val="0"/>
              </a:spcBef>
              <a:spcAft>
                <a:spcPts val="0"/>
              </a:spcAft>
              <a:buClr>
                <a:schemeClr val="lt1"/>
              </a:buClr>
              <a:buSzPts val="1600"/>
              <a:buNone/>
              <a:defRPr sz="1600">
                <a:solidFill>
                  <a:schemeClr val="lt1"/>
                </a:solidFill>
              </a:defRPr>
            </a:lvl6pPr>
            <a:lvl7pPr lvl="6" algn="ctr">
              <a:lnSpc>
                <a:spcPct val="100000"/>
              </a:lnSpc>
              <a:spcBef>
                <a:spcPts val="0"/>
              </a:spcBef>
              <a:spcAft>
                <a:spcPts val="0"/>
              </a:spcAft>
              <a:buClr>
                <a:schemeClr val="lt1"/>
              </a:buClr>
              <a:buSzPts val="1600"/>
              <a:buNone/>
              <a:defRPr sz="1600">
                <a:solidFill>
                  <a:schemeClr val="lt1"/>
                </a:solidFill>
              </a:defRPr>
            </a:lvl7pPr>
            <a:lvl8pPr lvl="7" algn="ctr">
              <a:lnSpc>
                <a:spcPct val="100000"/>
              </a:lnSpc>
              <a:spcBef>
                <a:spcPts val="0"/>
              </a:spcBef>
              <a:spcAft>
                <a:spcPts val="0"/>
              </a:spcAft>
              <a:buClr>
                <a:schemeClr val="lt1"/>
              </a:buClr>
              <a:buSzPts val="1600"/>
              <a:buNone/>
              <a:defRPr sz="1600">
                <a:solidFill>
                  <a:schemeClr val="lt1"/>
                </a:solidFill>
              </a:defRPr>
            </a:lvl8pPr>
            <a:lvl9pPr lvl="8" algn="ctr">
              <a:lnSpc>
                <a:spcPct val="100000"/>
              </a:lnSpc>
              <a:spcBef>
                <a:spcPts val="0"/>
              </a:spcBef>
              <a:spcAft>
                <a:spcPts val="0"/>
              </a:spcAft>
              <a:buClr>
                <a:schemeClr val="lt1"/>
              </a:buClr>
              <a:buSzPts val="1600"/>
              <a:buNone/>
              <a:defRPr sz="1600">
                <a:solidFill>
                  <a:schemeClr val="lt1"/>
                </a:solidFill>
              </a:defRPr>
            </a:lvl9pPr>
          </a:lstStyle>
          <a:p/>
        </p:txBody>
      </p:sp>
      <p:sp>
        <p:nvSpPr>
          <p:cNvPr id="36" name="Google Shape;36;p2"/>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accent3"/>
        </a:solidFill>
      </p:bgPr>
    </p:bg>
    <p:spTree>
      <p:nvGrpSpPr>
        <p:cNvPr id="37" name="Shape 37"/>
        <p:cNvGrpSpPr/>
        <p:nvPr/>
      </p:nvGrpSpPr>
      <p:grpSpPr>
        <a:xfrm>
          <a:off x="0" y="0"/>
          <a:ext cx="0" cy="0"/>
          <a:chOff x="0" y="0"/>
          <a:chExt cx="0" cy="0"/>
        </a:xfrm>
      </p:grpSpPr>
      <p:sp>
        <p:nvSpPr>
          <p:cNvPr id="38" name="Google Shape;38;p3"/>
          <p:cNvSpPr/>
          <p:nvPr/>
        </p:nvSpPr>
        <p:spPr>
          <a:xfrm flipH="1">
            <a:off x="4757100" y="2309400"/>
            <a:ext cx="4386900" cy="2834100"/>
          </a:xfrm>
          <a:prstGeom prst="rtTriangl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9" name="Google Shape;39;p3"/>
          <p:cNvGrpSpPr/>
          <p:nvPr/>
        </p:nvGrpSpPr>
        <p:grpSpPr>
          <a:xfrm>
            <a:off x="5594191" y="3961115"/>
            <a:ext cx="2910145" cy="1182340"/>
            <a:chOff x="6917201" y="0"/>
            <a:chExt cx="2227777" cy="863400"/>
          </a:xfrm>
        </p:grpSpPr>
        <p:sp>
          <p:nvSpPr>
            <p:cNvPr id="40" name="Google Shape;40;p3"/>
            <p:cNvSpPr/>
            <p:nvPr/>
          </p:nvSpPr>
          <p:spPr>
            <a:xfrm>
              <a:off x="7641677"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3"/>
            <p:cNvSpPr/>
            <p:nvPr/>
          </p:nvSpPr>
          <p:spPr>
            <a:xfrm>
              <a:off x="7279439"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3"/>
            <p:cNvSpPr/>
            <p:nvPr/>
          </p:nvSpPr>
          <p:spPr>
            <a:xfrm>
              <a:off x="6917201"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 name="Google Shape;43;p3"/>
          <p:cNvGrpSpPr/>
          <p:nvPr/>
        </p:nvGrpSpPr>
        <p:grpSpPr>
          <a:xfrm>
            <a:off x="199149" y="2"/>
            <a:ext cx="2795414" cy="1083308"/>
            <a:chOff x="6917201" y="0"/>
            <a:chExt cx="2227777" cy="863400"/>
          </a:xfrm>
        </p:grpSpPr>
        <p:sp>
          <p:nvSpPr>
            <p:cNvPr id="44" name="Google Shape;44;p3"/>
            <p:cNvSpPr/>
            <p:nvPr/>
          </p:nvSpPr>
          <p:spPr>
            <a:xfrm>
              <a:off x="7641677"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3"/>
            <p:cNvSpPr/>
            <p:nvPr/>
          </p:nvSpPr>
          <p:spPr>
            <a:xfrm>
              <a:off x="7279439"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3"/>
            <p:cNvSpPr/>
            <p:nvPr/>
          </p:nvSpPr>
          <p:spPr>
            <a:xfrm>
              <a:off x="6917201"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 name="Google Shape;47;p3"/>
          <p:cNvSpPr txBox="1"/>
          <p:nvPr>
            <p:ph type="title"/>
          </p:nvPr>
        </p:nvSpPr>
        <p:spPr>
          <a:xfrm>
            <a:off x="1888684" y="1746100"/>
            <a:ext cx="5377500" cy="1646100"/>
          </a:xfrm>
          <a:prstGeom prst="rect">
            <a:avLst/>
          </a:prstGeom>
        </p:spPr>
        <p:txBody>
          <a:bodyPr anchorCtr="0" anchor="ctr" bIns="91425" lIns="91425" spcFirstLastPara="1" rIns="91425" wrap="square" tIns="91425">
            <a:normAutofit/>
          </a:bodyPr>
          <a:lstStyle>
            <a:lvl1pPr lvl="0" algn="ctr">
              <a:spcBef>
                <a:spcPts val="0"/>
              </a:spcBef>
              <a:spcAft>
                <a:spcPts val="0"/>
              </a:spcAft>
              <a:buClr>
                <a:schemeClr val="dk2"/>
              </a:buClr>
              <a:buSzPts val="3200"/>
              <a:buNone/>
              <a:defRPr sz="3200">
                <a:solidFill>
                  <a:schemeClr val="dk2"/>
                </a:solidFill>
              </a:defRPr>
            </a:lvl1pPr>
            <a:lvl2pPr lvl="1" algn="ctr">
              <a:spcBef>
                <a:spcPts val="0"/>
              </a:spcBef>
              <a:spcAft>
                <a:spcPts val="0"/>
              </a:spcAft>
              <a:buClr>
                <a:schemeClr val="dk2"/>
              </a:buClr>
              <a:buSzPts val="3200"/>
              <a:buNone/>
              <a:defRPr sz="3200">
                <a:solidFill>
                  <a:schemeClr val="dk2"/>
                </a:solidFill>
              </a:defRPr>
            </a:lvl2pPr>
            <a:lvl3pPr lvl="2" algn="ctr">
              <a:spcBef>
                <a:spcPts val="0"/>
              </a:spcBef>
              <a:spcAft>
                <a:spcPts val="0"/>
              </a:spcAft>
              <a:buClr>
                <a:schemeClr val="dk2"/>
              </a:buClr>
              <a:buSzPts val="3200"/>
              <a:buNone/>
              <a:defRPr sz="3200">
                <a:solidFill>
                  <a:schemeClr val="dk2"/>
                </a:solidFill>
              </a:defRPr>
            </a:lvl3pPr>
            <a:lvl4pPr lvl="3" algn="ctr">
              <a:spcBef>
                <a:spcPts val="0"/>
              </a:spcBef>
              <a:spcAft>
                <a:spcPts val="0"/>
              </a:spcAft>
              <a:buClr>
                <a:schemeClr val="dk2"/>
              </a:buClr>
              <a:buSzPts val="3200"/>
              <a:buNone/>
              <a:defRPr sz="3200">
                <a:solidFill>
                  <a:schemeClr val="dk2"/>
                </a:solidFill>
              </a:defRPr>
            </a:lvl4pPr>
            <a:lvl5pPr lvl="4" algn="ctr">
              <a:spcBef>
                <a:spcPts val="0"/>
              </a:spcBef>
              <a:spcAft>
                <a:spcPts val="0"/>
              </a:spcAft>
              <a:buClr>
                <a:schemeClr val="dk2"/>
              </a:buClr>
              <a:buSzPts val="3200"/>
              <a:buNone/>
              <a:defRPr sz="3200">
                <a:solidFill>
                  <a:schemeClr val="dk2"/>
                </a:solidFill>
              </a:defRPr>
            </a:lvl5pPr>
            <a:lvl6pPr lvl="5" algn="ctr">
              <a:spcBef>
                <a:spcPts val="0"/>
              </a:spcBef>
              <a:spcAft>
                <a:spcPts val="0"/>
              </a:spcAft>
              <a:buClr>
                <a:schemeClr val="dk2"/>
              </a:buClr>
              <a:buSzPts val="3200"/>
              <a:buNone/>
              <a:defRPr sz="3200">
                <a:solidFill>
                  <a:schemeClr val="dk2"/>
                </a:solidFill>
              </a:defRPr>
            </a:lvl6pPr>
            <a:lvl7pPr lvl="6" algn="ctr">
              <a:spcBef>
                <a:spcPts val="0"/>
              </a:spcBef>
              <a:spcAft>
                <a:spcPts val="0"/>
              </a:spcAft>
              <a:buClr>
                <a:schemeClr val="dk2"/>
              </a:buClr>
              <a:buSzPts val="3200"/>
              <a:buNone/>
              <a:defRPr sz="3200">
                <a:solidFill>
                  <a:schemeClr val="dk2"/>
                </a:solidFill>
              </a:defRPr>
            </a:lvl7pPr>
            <a:lvl8pPr lvl="7" algn="ctr">
              <a:spcBef>
                <a:spcPts val="0"/>
              </a:spcBef>
              <a:spcAft>
                <a:spcPts val="0"/>
              </a:spcAft>
              <a:buClr>
                <a:schemeClr val="dk2"/>
              </a:buClr>
              <a:buSzPts val="3200"/>
              <a:buNone/>
              <a:defRPr sz="3200">
                <a:solidFill>
                  <a:schemeClr val="dk2"/>
                </a:solidFill>
              </a:defRPr>
            </a:lvl8pPr>
            <a:lvl9pPr lvl="8" algn="ctr">
              <a:spcBef>
                <a:spcPts val="0"/>
              </a:spcBef>
              <a:spcAft>
                <a:spcPts val="0"/>
              </a:spcAft>
              <a:buClr>
                <a:schemeClr val="dk2"/>
              </a:buClr>
              <a:buSzPts val="3200"/>
              <a:buNone/>
              <a:defRPr sz="3200">
                <a:solidFill>
                  <a:schemeClr val="dk2"/>
                </a:solidFill>
              </a:defRPr>
            </a:lvl9pPr>
          </a:lstStyle>
          <a:p/>
        </p:txBody>
      </p:sp>
      <p:sp>
        <p:nvSpPr>
          <p:cNvPr id="48" name="Google Shape;48;p3"/>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bg>
      <p:bgPr>
        <a:solidFill>
          <a:schemeClr val="dk2"/>
        </a:solidFill>
      </p:bgPr>
    </p:bg>
    <p:spTree>
      <p:nvGrpSpPr>
        <p:cNvPr id="49" name="Shape 49"/>
        <p:cNvGrpSpPr/>
        <p:nvPr/>
      </p:nvGrpSpPr>
      <p:grpSpPr>
        <a:xfrm>
          <a:off x="0" y="0"/>
          <a:ext cx="0" cy="0"/>
          <a:chOff x="0" y="0"/>
          <a:chExt cx="0" cy="0"/>
        </a:xfrm>
      </p:grpSpPr>
      <p:sp>
        <p:nvSpPr>
          <p:cNvPr id="50" name="Google Shape;50;p4"/>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a:off x="31" y="2824500"/>
            <a:ext cx="7370400" cy="23190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4"/>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4"/>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4" name="Google Shape;54;p4"/>
          <p:cNvSpPr txBox="1"/>
          <p:nvPr>
            <p:ph idx="1" type="body"/>
          </p:nvPr>
        </p:nvSpPr>
        <p:spPr>
          <a:xfrm>
            <a:off x="819150" y="1990725"/>
            <a:ext cx="7505700" cy="24480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5" name="Google Shape;55;p4"/>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bg>
      <p:bgPr>
        <a:solidFill>
          <a:schemeClr val="dk2"/>
        </a:solidFill>
      </p:bgPr>
    </p:bg>
    <p:spTree>
      <p:nvGrpSpPr>
        <p:cNvPr id="56" name="Shape 56"/>
        <p:cNvGrpSpPr/>
        <p:nvPr/>
      </p:nvGrpSpPr>
      <p:grpSpPr>
        <a:xfrm>
          <a:off x="0" y="0"/>
          <a:ext cx="0" cy="0"/>
          <a:chOff x="0" y="0"/>
          <a:chExt cx="0" cy="0"/>
        </a:xfrm>
      </p:grpSpPr>
      <p:sp>
        <p:nvSpPr>
          <p:cNvPr id="57" name="Google Shape;57;p5"/>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5"/>
          <p:cNvSpPr/>
          <p:nvPr/>
        </p:nvSpPr>
        <p:spPr>
          <a:xfrm>
            <a:off x="31" y="2824500"/>
            <a:ext cx="7370400" cy="23190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5"/>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5"/>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61" name="Google Shape;61;p5"/>
          <p:cNvSpPr txBox="1"/>
          <p:nvPr>
            <p:ph idx="1" type="body"/>
          </p:nvPr>
        </p:nvSpPr>
        <p:spPr>
          <a:xfrm>
            <a:off x="819150" y="1990725"/>
            <a:ext cx="3686100" cy="24480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2" name="Google Shape;62;p5"/>
          <p:cNvSpPr txBox="1"/>
          <p:nvPr>
            <p:ph idx="2" type="body"/>
          </p:nvPr>
        </p:nvSpPr>
        <p:spPr>
          <a:xfrm>
            <a:off x="4638675" y="1990725"/>
            <a:ext cx="3686100" cy="24480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3" name="Google Shape;63;p5"/>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dk2"/>
        </a:solidFill>
      </p:bgPr>
    </p:bg>
    <p:spTree>
      <p:nvGrpSpPr>
        <p:cNvPr id="64" name="Shape 64"/>
        <p:cNvGrpSpPr/>
        <p:nvPr/>
      </p:nvGrpSpPr>
      <p:grpSpPr>
        <a:xfrm>
          <a:off x="0" y="0"/>
          <a:ext cx="0" cy="0"/>
          <a:chOff x="0" y="0"/>
          <a:chExt cx="0" cy="0"/>
        </a:xfrm>
      </p:grpSpPr>
      <p:sp>
        <p:nvSpPr>
          <p:cNvPr id="65" name="Google Shape;65;p6"/>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6"/>
          <p:cNvSpPr/>
          <p:nvPr/>
        </p:nvSpPr>
        <p:spPr>
          <a:xfrm>
            <a:off x="31" y="2824500"/>
            <a:ext cx="7370400" cy="23190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6"/>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6"/>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69" name="Google Shape;69;p6"/>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bg>
      <p:bgPr>
        <a:solidFill>
          <a:schemeClr val="accent3"/>
        </a:solidFill>
      </p:bgPr>
    </p:bg>
    <p:spTree>
      <p:nvGrpSpPr>
        <p:cNvPr id="70" name="Shape 70"/>
        <p:cNvGrpSpPr/>
        <p:nvPr/>
      </p:nvGrpSpPr>
      <p:grpSpPr>
        <a:xfrm>
          <a:off x="0" y="0"/>
          <a:ext cx="0" cy="0"/>
          <a:chOff x="0" y="0"/>
          <a:chExt cx="0" cy="0"/>
        </a:xfrm>
      </p:grpSpPr>
      <p:sp>
        <p:nvSpPr>
          <p:cNvPr id="71" name="Google Shape;71;p7"/>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7"/>
          <p:cNvSpPr/>
          <p:nvPr/>
        </p:nvSpPr>
        <p:spPr>
          <a:xfrm>
            <a:off x="31" y="2824500"/>
            <a:ext cx="7370400" cy="2319000"/>
          </a:xfrm>
          <a:prstGeom prst="rtTriangl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7"/>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7"/>
          <p:cNvSpPr txBox="1"/>
          <p:nvPr>
            <p:ph type="title"/>
          </p:nvPr>
        </p:nvSpPr>
        <p:spPr>
          <a:xfrm>
            <a:off x="819150" y="845600"/>
            <a:ext cx="3709200" cy="13830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75" name="Google Shape;75;p7"/>
          <p:cNvSpPr txBox="1"/>
          <p:nvPr>
            <p:ph idx="1" type="body"/>
          </p:nvPr>
        </p:nvSpPr>
        <p:spPr>
          <a:xfrm>
            <a:off x="830700" y="2319050"/>
            <a:ext cx="3709200" cy="21198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76" name="Google Shape;76;p7"/>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1"/>
        </a:solidFill>
      </p:bgPr>
    </p:bg>
    <p:spTree>
      <p:nvGrpSpPr>
        <p:cNvPr id="77" name="Shape 77"/>
        <p:cNvGrpSpPr/>
        <p:nvPr/>
      </p:nvGrpSpPr>
      <p:grpSpPr>
        <a:xfrm>
          <a:off x="0" y="0"/>
          <a:ext cx="0" cy="0"/>
          <a:chOff x="0" y="0"/>
          <a:chExt cx="0" cy="0"/>
        </a:xfrm>
      </p:grpSpPr>
      <p:sp>
        <p:nvSpPr>
          <p:cNvPr id="78" name="Google Shape;78;p8"/>
          <p:cNvSpPr/>
          <p:nvPr/>
        </p:nvSpPr>
        <p:spPr>
          <a:xfrm>
            <a:off x="0" y="2823144"/>
            <a:ext cx="7369200" cy="23169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flipH="1">
            <a:off x="3583210" y="1554113"/>
            <a:ext cx="5560500" cy="35895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0" name="Google Shape;80;p8"/>
          <p:cNvGrpSpPr/>
          <p:nvPr/>
        </p:nvGrpSpPr>
        <p:grpSpPr>
          <a:xfrm>
            <a:off x="255991" y="-118"/>
            <a:ext cx="2251347" cy="1043408"/>
            <a:chOff x="3961956" y="4383950"/>
            <a:chExt cx="1160548" cy="548700"/>
          </a:xfrm>
        </p:grpSpPr>
        <p:sp>
          <p:nvSpPr>
            <p:cNvPr id="81" name="Google Shape;81;p8"/>
            <p:cNvSpPr/>
            <p:nvPr/>
          </p:nvSpPr>
          <p:spPr>
            <a:xfrm>
              <a:off x="4224904" y="4383950"/>
              <a:ext cx="897600" cy="5487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a:off x="4093430" y="4383950"/>
              <a:ext cx="897600" cy="5487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8"/>
            <p:cNvSpPr/>
            <p:nvPr/>
          </p:nvSpPr>
          <p:spPr>
            <a:xfrm>
              <a:off x="3961956" y="4383950"/>
              <a:ext cx="897600" cy="5487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4" name="Google Shape;84;p8"/>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5" name="Google Shape;85;p8"/>
          <p:cNvGrpSpPr/>
          <p:nvPr/>
        </p:nvGrpSpPr>
        <p:grpSpPr>
          <a:xfrm>
            <a:off x="34934" y="4522125"/>
            <a:ext cx="1593306" cy="617072"/>
            <a:chOff x="6917201" y="0"/>
            <a:chExt cx="2227777" cy="863400"/>
          </a:xfrm>
        </p:grpSpPr>
        <p:sp>
          <p:nvSpPr>
            <p:cNvPr id="86" name="Google Shape;86;p8"/>
            <p:cNvSpPr/>
            <p:nvPr/>
          </p:nvSpPr>
          <p:spPr>
            <a:xfrm>
              <a:off x="7641677" y="0"/>
              <a:ext cx="1503300" cy="863400"/>
            </a:xfrm>
            <a:prstGeom prst="parallelogram">
              <a:avLst>
                <a:gd fmla="val 158024" name="adj"/>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8"/>
            <p:cNvSpPr/>
            <p:nvPr/>
          </p:nvSpPr>
          <p:spPr>
            <a:xfrm>
              <a:off x="7279439" y="0"/>
              <a:ext cx="1503300" cy="863400"/>
            </a:xfrm>
            <a:prstGeom prst="parallelogram">
              <a:avLst>
                <a:gd fmla="val 158024" name="adj"/>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a:off x="6917201" y="0"/>
              <a:ext cx="1503300" cy="863400"/>
            </a:xfrm>
            <a:prstGeom prst="parallelogram">
              <a:avLst>
                <a:gd fmla="val 158024" name="adj"/>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 name="Google Shape;89;p8"/>
          <p:cNvGrpSpPr/>
          <p:nvPr/>
        </p:nvGrpSpPr>
        <p:grpSpPr>
          <a:xfrm>
            <a:off x="5886353" y="1243"/>
            <a:ext cx="3257455" cy="1261514"/>
            <a:chOff x="6917201" y="0"/>
            <a:chExt cx="2227777" cy="863400"/>
          </a:xfrm>
        </p:grpSpPr>
        <p:sp>
          <p:nvSpPr>
            <p:cNvPr id="90" name="Google Shape;90;p8"/>
            <p:cNvSpPr/>
            <p:nvPr/>
          </p:nvSpPr>
          <p:spPr>
            <a:xfrm>
              <a:off x="7641677"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8"/>
            <p:cNvSpPr/>
            <p:nvPr/>
          </p:nvSpPr>
          <p:spPr>
            <a:xfrm>
              <a:off x="7279439"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8"/>
            <p:cNvSpPr/>
            <p:nvPr/>
          </p:nvSpPr>
          <p:spPr>
            <a:xfrm>
              <a:off x="6917201"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3" name="Google Shape;93;p8"/>
          <p:cNvSpPr txBox="1"/>
          <p:nvPr>
            <p:ph type="title"/>
          </p:nvPr>
        </p:nvSpPr>
        <p:spPr>
          <a:xfrm>
            <a:off x="1393929" y="1301146"/>
            <a:ext cx="6366900" cy="25392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200"/>
              <a:buNone/>
              <a:defRPr sz="3200"/>
            </a:lvl1pPr>
            <a:lvl2pPr lvl="1" algn="ctr">
              <a:spcBef>
                <a:spcPts val="0"/>
              </a:spcBef>
              <a:spcAft>
                <a:spcPts val="0"/>
              </a:spcAft>
              <a:buSzPts val="3200"/>
              <a:buNone/>
              <a:defRPr sz="3200"/>
            </a:lvl2pPr>
            <a:lvl3pPr lvl="2" algn="ctr">
              <a:spcBef>
                <a:spcPts val="0"/>
              </a:spcBef>
              <a:spcAft>
                <a:spcPts val="0"/>
              </a:spcAft>
              <a:buSzPts val="3200"/>
              <a:buNone/>
              <a:defRPr sz="3200"/>
            </a:lvl3pPr>
            <a:lvl4pPr lvl="3" algn="ctr">
              <a:spcBef>
                <a:spcPts val="0"/>
              </a:spcBef>
              <a:spcAft>
                <a:spcPts val="0"/>
              </a:spcAft>
              <a:buSzPts val="3200"/>
              <a:buNone/>
              <a:defRPr sz="3200"/>
            </a:lvl4pPr>
            <a:lvl5pPr lvl="4" algn="ctr">
              <a:spcBef>
                <a:spcPts val="0"/>
              </a:spcBef>
              <a:spcAft>
                <a:spcPts val="0"/>
              </a:spcAft>
              <a:buSzPts val="3200"/>
              <a:buNone/>
              <a:defRPr sz="3200"/>
            </a:lvl5pPr>
            <a:lvl6pPr lvl="5" algn="ctr">
              <a:spcBef>
                <a:spcPts val="0"/>
              </a:spcBef>
              <a:spcAft>
                <a:spcPts val="0"/>
              </a:spcAft>
              <a:buSzPts val="3200"/>
              <a:buNone/>
              <a:defRPr sz="3200"/>
            </a:lvl6pPr>
            <a:lvl7pPr lvl="6" algn="ctr">
              <a:spcBef>
                <a:spcPts val="0"/>
              </a:spcBef>
              <a:spcAft>
                <a:spcPts val="0"/>
              </a:spcAft>
              <a:buSzPts val="3200"/>
              <a:buNone/>
              <a:defRPr sz="3200"/>
            </a:lvl7pPr>
            <a:lvl8pPr lvl="7" algn="ctr">
              <a:spcBef>
                <a:spcPts val="0"/>
              </a:spcBef>
              <a:spcAft>
                <a:spcPts val="0"/>
              </a:spcAft>
              <a:buSzPts val="3200"/>
              <a:buNone/>
              <a:defRPr sz="3200"/>
            </a:lvl8pPr>
            <a:lvl9pPr lvl="8" algn="ctr">
              <a:spcBef>
                <a:spcPts val="0"/>
              </a:spcBef>
              <a:spcAft>
                <a:spcPts val="0"/>
              </a:spcAft>
              <a:buSzPts val="3200"/>
              <a:buNone/>
              <a:defRPr sz="3200"/>
            </a:lvl9pPr>
          </a:lstStyle>
          <a:p/>
        </p:txBody>
      </p:sp>
      <p:sp>
        <p:nvSpPr>
          <p:cNvPr id="94" name="Google Shape;94;p8"/>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bg>
      <p:bgPr>
        <a:solidFill>
          <a:schemeClr val="dk2"/>
        </a:solidFill>
      </p:bgPr>
    </p:bg>
    <p:spTree>
      <p:nvGrpSpPr>
        <p:cNvPr id="95" name="Shape 95"/>
        <p:cNvGrpSpPr/>
        <p:nvPr/>
      </p:nvGrpSpPr>
      <p:grpSpPr>
        <a:xfrm>
          <a:off x="0" y="0"/>
          <a:ext cx="0" cy="0"/>
          <a:chOff x="0" y="0"/>
          <a:chExt cx="0" cy="0"/>
        </a:xfrm>
      </p:grpSpPr>
      <p:sp>
        <p:nvSpPr>
          <p:cNvPr id="96" name="Google Shape;96;p9"/>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9"/>
          <p:cNvSpPr/>
          <p:nvPr/>
        </p:nvSpPr>
        <p:spPr>
          <a:xfrm>
            <a:off x="31" y="2824500"/>
            <a:ext cx="7370400" cy="23190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9"/>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9"/>
          <p:cNvSpPr txBox="1"/>
          <p:nvPr>
            <p:ph type="title"/>
          </p:nvPr>
        </p:nvSpPr>
        <p:spPr>
          <a:xfrm>
            <a:off x="819150" y="845600"/>
            <a:ext cx="6424200" cy="7050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100" name="Google Shape;100;p9"/>
          <p:cNvSpPr txBox="1"/>
          <p:nvPr>
            <p:ph idx="1" type="subTitle"/>
          </p:nvPr>
        </p:nvSpPr>
        <p:spPr>
          <a:xfrm>
            <a:off x="819150" y="1550700"/>
            <a:ext cx="5859900" cy="3936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Clr>
                <a:schemeClr val="lt1"/>
              </a:buClr>
              <a:buSzPts val="1600"/>
              <a:buNone/>
              <a:defRPr sz="1600">
                <a:solidFill>
                  <a:schemeClr val="lt1"/>
                </a:solidFill>
              </a:defRPr>
            </a:lvl1pPr>
            <a:lvl2pPr lvl="1">
              <a:lnSpc>
                <a:spcPct val="100000"/>
              </a:lnSpc>
              <a:spcBef>
                <a:spcPts val="0"/>
              </a:spcBef>
              <a:spcAft>
                <a:spcPts val="0"/>
              </a:spcAft>
              <a:buClr>
                <a:schemeClr val="lt1"/>
              </a:buClr>
              <a:buSzPts val="1600"/>
              <a:buNone/>
              <a:defRPr sz="1600">
                <a:solidFill>
                  <a:schemeClr val="lt1"/>
                </a:solidFill>
              </a:defRPr>
            </a:lvl2pPr>
            <a:lvl3pPr lvl="2">
              <a:lnSpc>
                <a:spcPct val="100000"/>
              </a:lnSpc>
              <a:spcBef>
                <a:spcPts val="0"/>
              </a:spcBef>
              <a:spcAft>
                <a:spcPts val="0"/>
              </a:spcAft>
              <a:buClr>
                <a:schemeClr val="lt1"/>
              </a:buClr>
              <a:buSzPts val="1600"/>
              <a:buNone/>
              <a:defRPr sz="1600">
                <a:solidFill>
                  <a:schemeClr val="lt1"/>
                </a:solidFill>
              </a:defRPr>
            </a:lvl3pPr>
            <a:lvl4pPr lvl="3">
              <a:lnSpc>
                <a:spcPct val="100000"/>
              </a:lnSpc>
              <a:spcBef>
                <a:spcPts val="0"/>
              </a:spcBef>
              <a:spcAft>
                <a:spcPts val="0"/>
              </a:spcAft>
              <a:buClr>
                <a:schemeClr val="lt1"/>
              </a:buClr>
              <a:buSzPts val="1600"/>
              <a:buNone/>
              <a:defRPr sz="1600">
                <a:solidFill>
                  <a:schemeClr val="lt1"/>
                </a:solidFill>
              </a:defRPr>
            </a:lvl4pPr>
            <a:lvl5pPr lvl="4">
              <a:lnSpc>
                <a:spcPct val="100000"/>
              </a:lnSpc>
              <a:spcBef>
                <a:spcPts val="0"/>
              </a:spcBef>
              <a:spcAft>
                <a:spcPts val="0"/>
              </a:spcAft>
              <a:buClr>
                <a:schemeClr val="lt1"/>
              </a:buClr>
              <a:buSzPts val="1600"/>
              <a:buNone/>
              <a:defRPr sz="1600">
                <a:solidFill>
                  <a:schemeClr val="lt1"/>
                </a:solidFill>
              </a:defRPr>
            </a:lvl5pPr>
            <a:lvl6pPr lvl="5">
              <a:lnSpc>
                <a:spcPct val="100000"/>
              </a:lnSpc>
              <a:spcBef>
                <a:spcPts val="0"/>
              </a:spcBef>
              <a:spcAft>
                <a:spcPts val="0"/>
              </a:spcAft>
              <a:buClr>
                <a:schemeClr val="lt1"/>
              </a:buClr>
              <a:buSzPts val="1600"/>
              <a:buNone/>
              <a:defRPr sz="1600">
                <a:solidFill>
                  <a:schemeClr val="lt1"/>
                </a:solidFill>
              </a:defRPr>
            </a:lvl6pPr>
            <a:lvl7pPr lvl="6">
              <a:lnSpc>
                <a:spcPct val="100000"/>
              </a:lnSpc>
              <a:spcBef>
                <a:spcPts val="0"/>
              </a:spcBef>
              <a:spcAft>
                <a:spcPts val="0"/>
              </a:spcAft>
              <a:buClr>
                <a:schemeClr val="lt1"/>
              </a:buClr>
              <a:buSzPts val="1600"/>
              <a:buNone/>
              <a:defRPr sz="1600">
                <a:solidFill>
                  <a:schemeClr val="lt1"/>
                </a:solidFill>
              </a:defRPr>
            </a:lvl7pPr>
            <a:lvl8pPr lvl="7">
              <a:lnSpc>
                <a:spcPct val="100000"/>
              </a:lnSpc>
              <a:spcBef>
                <a:spcPts val="0"/>
              </a:spcBef>
              <a:spcAft>
                <a:spcPts val="0"/>
              </a:spcAft>
              <a:buClr>
                <a:schemeClr val="lt1"/>
              </a:buClr>
              <a:buSzPts val="1600"/>
              <a:buNone/>
              <a:defRPr sz="1600">
                <a:solidFill>
                  <a:schemeClr val="lt1"/>
                </a:solidFill>
              </a:defRPr>
            </a:lvl8pPr>
            <a:lvl9pPr lvl="8">
              <a:lnSpc>
                <a:spcPct val="100000"/>
              </a:lnSpc>
              <a:spcBef>
                <a:spcPts val="0"/>
              </a:spcBef>
              <a:spcAft>
                <a:spcPts val="0"/>
              </a:spcAft>
              <a:buClr>
                <a:schemeClr val="lt1"/>
              </a:buClr>
              <a:buSzPts val="1600"/>
              <a:buNone/>
              <a:defRPr sz="1600">
                <a:solidFill>
                  <a:schemeClr val="lt1"/>
                </a:solidFill>
              </a:defRPr>
            </a:lvl9pPr>
          </a:lstStyle>
          <a:p/>
        </p:txBody>
      </p:sp>
      <p:sp>
        <p:nvSpPr>
          <p:cNvPr id="101" name="Google Shape;101;p9"/>
          <p:cNvSpPr txBox="1"/>
          <p:nvPr>
            <p:ph idx="2" type="body"/>
          </p:nvPr>
        </p:nvSpPr>
        <p:spPr>
          <a:xfrm>
            <a:off x="819150" y="2467050"/>
            <a:ext cx="5859900" cy="2095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102" name="Google Shape;102;p9"/>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bg>
      <p:bgPr>
        <a:solidFill>
          <a:schemeClr val="accent1"/>
        </a:solidFill>
      </p:bgPr>
    </p:bg>
    <p:spTree>
      <p:nvGrpSpPr>
        <p:cNvPr id="103" name="Shape 103"/>
        <p:cNvGrpSpPr/>
        <p:nvPr/>
      </p:nvGrpSpPr>
      <p:grpSpPr>
        <a:xfrm>
          <a:off x="0" y="0"/>
          <a:ext cx="0" cy="0"/>
          <a:chOff x="0" y="0"/>
          <a:chExt cx="0" cy="0"/>
        </a:xfrm>
      </p:grpSpPr>
      <p:sp>
        <p:nvSpPr>
          <p:cNvPr id="104" name="Google Shape;104;p10"/>
          <p:cNvSpPr/>
          <p:nvPr/>
        </p:nvSpPr>
        <p:spPr>
          <a:xfrm>
            <a:off x="31" y="2824500"/>
            <a:ext cx="7370400" cy="23190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10"/>
          <p:cNvSpPr/>
          <p:nvPr/>
        </p:nvSpPr>
        <p:spPr>
          <a:xfrm flipH="1">
            <a:off x="3582600" y="1550700"/>
            <a:ext cx="5561400" cy="3592800"/>
          </a:xfrm>
          <a:prstGeom prst="rtTriangl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10"/>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0"/>
          <p:cNvSpPr txBox="1"/>
          <p:nvPr>
            <p:ph idx="1" type="body"/>
          </p:nvPr>
        </p:nvSpPr>
        <p:spPr>
          <a:xfrm>
            <a:off x="328025" y="4163500"/>
            <a:ext cx="7415100" cy="605100"/>
          </a:xfrm>
          <a:prstGeom prst="rect">
            <a:avLst/>
          </a:prstGeom>
        </p:spPr>
        <p:txBody>
          <a:bodyPr anchorCtr="0" anchor="b" bIns="91425" lIns="91425" spcFirstLastPara="1" rIns="91425" wrap="square" tIns="91425">
            <a:normAutofit/>
          </a:bodyPr>
          <a:lstStyle>
            <a:lvl1pPr indent="-228600" lvl="0" marL="457200">
              <a:lnSpc>
                <a:spcPct val="100000"/>
              </a:lnSpc>
              <a:spcBef>
                <a:spcPts val="0"/>
              </a:spcBef>
              <a:spcAft>
                <a:spcPts val="0"/>
              </a:spcAft>
              <a:buSzPts val="1300"/>
              <a:buNone/>
              <a:defRPr/>
            </a:lvl1pPr>
          </a:lstStyle>
          <a:p/>
        </p:txBody>
      </p:sp>
      <p:sp>
        <p:nvSpPr>
          <p:cNvPr id="108" name="Google Shape;108;p10"/>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accent3"/>
        </a:solidFill>
      </p:bgPr>
    </p:bg>
    <p:spTree>
      <p:nvGrpSpPr>
        <p:cNvPr id="109" name="Shape 109"/>
        <p:cNvGrpSpPr/>
        <p:nvPr/>
      </p:nvGrpSpPr>
      <p:grpSpPr>
        <a:xfrm>
          <a:off x="0" y="0"/>
          <a:ext cx="0" cy="0"/>
          <a:chOff x="0" y="0"/>
          <a:chExt cx="0" cy="0"/>
        </a:xfrm>
      </p:grpSpPr>
      <p:sp>
        <p:nvSpPr>
          <p:cNvPr id="110" name="Google Shape;110;p11"/>
          <p:cNvSpPr/>
          <p:nvPr/>
        </p:nvSpPr>
        <p:spPr>
          <a:xfrm flipH="1">
            <a:off x="5569200" y="2834075"/>
            <a:ext cx="3574800" cy="2309400"/>
          </a:xfrm>
          <a:prstGeom prst="rtTriangl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 name="Google Shape;111;p11"/>
          <p:cNvGrpSpPr/>
          <p:nvPr/>
        </p:nvGrpSpPr>
        <p:grpSpPr>
          <a:xfrm>
            <a:off x="5959222" y="4119576"/>
            <a:ext cx="2520952" cy="1024165"/>
            <a:chOff x="6917201" y="0"/>
            <a:chExt cx="2227777" cy="863400"/>
          </a:xfrm>
        </p:grpSpPr>
        <p:sp>
          <p:nvSpPr>
            <p:cNvPr id="112" name="Google Shape;112;p11"/>
            <p:cNvSpPr/>
            <p:nvPr/>
          </p:nvSpPr>
          <p:spPr>
            <a:xfrm>
              <a:off x="7641677"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1"/>
            <p:cNvSpPr/>
            <p:nvPr/>
          </p:nvSpPr>
          <p:spPr>
            <a:xfrm>
              <a:off x="7279439"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1"/>
            <p:cNvSpPr/>
            <p:nvPr/>
          </p:nvSpPr>
          <p:spPr>
            <a:xfrm>
              <a:off x="6917201"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 name="Google Shape;115;p11"/>
          <p:cNvGrpSpPr/>
          <p:nvPr/>
        </p:nvGrpSpPr>
        <p:grpSpPr>
          <a:xfrm>
            <a:off x="199149" y="2"/>
            <a:ext cx="2795414" cy="1083308"/>
            <a:chOff x="6917201" y="0"/>
            <a:chExt cx="2227777" cy="863400"/>
          </a:xfrm>
        </p:grpSpPr>
        <p:sp>
          <p:nvSpPr>
            <p:cNvPr id="116" name="Google Shape;116;p11"/>
            <p:cNvSpPr/>
            <p:nvPr/>
          </p:nvSpPr>
          <p:spPr>
            <a:xfrm>
              <a:off x="7641677"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11"/>
            <p:cNvSpPr/>
            <p:nvPr/>
          </p:nvSpPr>
          <p:spPr>
            <a:xfrm>
              <a:off x="7279439"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1"/>
            <p:cNvSpPr/>
            <p:nvPr/>
          </p:nvSpPr>
          <p:spPr>
            <a:xfrm>
              <a:off x="6917201"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9" name="Google Shape;119;p11"/>
          <p:cNvSpPr txBox="1"/>
          <p:nvPr>
            <p:ph hasCustomPrompt="1" type="title"/>
          </p:nvPr>
        </p:nvSpPr>
        <p:spPr>
          <a:xfrm>
            <a:off x="1385850" y="1383850"/>
            <a:ext cx="6372300" cy="1379700"/>
          </a:xfrm>
          <a:prstGeom prst="rect">
            <a:avLst/>
          </a:prstGeom>
        </p:spPr>
        <p:txBody>
          <a:bodyPr anchorCtr="0" anchor="ctr" bIns="91425" lIns="91425" spcFirstLastPara="1" rIns="91425" wrap="square" tIns="91425">
            <a:normAutofit/>
          </a:bodyPr>
          <a:lstStyle>
            <a:lvl1pPr lvl="0" algn="ctr">
              <a:spcBef>
                <a:spcPts val="0"/>
              </a:spcBef>
              <a:spcAft>
                <a:spcPts val="0"/>
              </a:spcAft>
              <a:buClr>
                <a:schemeClr val="dk2"/>
              </a:buClr>
              <a:buSzPts val="8600"/>
              <a:buNone/>
              <a:defRPr sz="8600">
                <a:solidFill>
                  <a:schemeClr val="dk2"/>
                </a:solidFill>
              </a:defRPr>
            </a:lvl1pPr>
            <a:lvl2pPr lvl="1" algn="ctr">
              <a:spcBef>
                <a:spcPts val="0"/>
              </a:spcBef>
              <a:spcAft>
                <a:spcPts val="0"/>
              </a:spcAft>
              <a:buClr>
                <a:schemeClr val="dk2"/>
              </a:buClr>
              <a:buSzPts val="8600"/>
              <a:buNone/>
              <a:defRPr sz="8600">
                <a:solidFill>
                  <a:schemeClr val="dk2"/>
                </a:solidFill>
              </a:defRPr>
            </a:lvl2pPr>
            <a:lvl3pPr lvl="2" algn="ctr">
              <a:spcBef>
                <a:spcPts val="0"/>
              </a:spcBef>
              <a:spcAft>
                <a:spcPts val="0"/>
              </a:spcAft>
              <a:buClr>
                <a:schemeClr val="dk2"/>
              </a:buClr>
              <a:buSzPts val="8600"/>
              <a:buNone/>
              <a:defRPr sz="8600">
                <a:solidFill>
                  <a:schemeClr val="dk2"/>
                </a:solidFill>
              </a:defRPr>
            </a:lvl3pPr>
            <a:lvl4pPr lvl="3" algn="ctr">
              <a:spcBef>
                <a:spcPts val="0"/>
              </a:spcBef>
              <a:spcAft>
                <a:spcPts val="0"/>
              </a:spcAft>
              <a:buClr>
                <a:schemeClr val="dk2"/>
              </a:buClr>
              <a:buSzPts val="8600"/>
              <a:buNone/>
              <a:defRPr sz="8600">
                <a:solidFill>
                  <a:schemeClr val="dk2"/>
                </a:solidFill>
              </a:defRPr>
            </a:lvl4pPr>
            <a:lvl5pPr lvl="4" algn="ctr">
              <a:spcBef>
                <a:spcPts val="0"/>
              </a:spcBef>
              <a:spcAft>
                <a:spcPts val="0"/>
              </a:spcAft>
              <a:buClr>
                <a:schemeClr val="dk2"/>
              </a:buClr>
              <a:buSzPts val="8600"/>
              <a:buNone/>
              <a:defRPr sz="8600">
                <a:solidFill>
                  <a:schemeClr val="dk2"/>
                </a:solidFill>
              </a:defRPr>
            </a:lvl5pPr>
            <a:lvl6pPr lvl="5" algn="ctr">
              <a:spcBef>
                <a:spcPts val="0"/>
              </a:spcBef>
              <a:spcAft>
                <a:spcPts val="0"/>
              </a:spcAft>
              <a:buClr>
                <a:schemeClr val="dk2"/>
              </a:buClr>
              <a:buSzPts val="8600"/>
              <a:buNone/>
              <a:defRPr sz="8600">
                <a:solidFill>
                  <a:schemeClr val="dk2"/>
                </a:solidFill>
              </a:defRPr>
            </a:lvl6pPr>
            <a:lvl7pPr lvl="6" algn="ctr">
              <a:spcBef>
                <a:spcPts val="0"/>
              </a:spcBef>
              <a:spcAft>
                <a:spcPts val="0"/>
              </a:spcAft>
              <a:buClr>
                <a:schemeClr val="dk2"/>
              </a:buClr>
              <a:buSzPts val="8600"/>
              <a:buNone/>
              <a:defRPr sz="8600">
                <a:solidFill>
                  <a:schemeClr val="dk2"/>
                </a:solidFill>
              </a:defRPr>
            </a:lvl7pPr>
            <a:lvl8pPr lvl="7" algn="ctr">
              <a:spcBef>
                <a:spcPts val="0"/>
              </a:spcBef>
              <a:spcAft>
                <a:spcPts val="0"/>
              </a:spcAft>
              <a:buClr>
                <a:schemeClr val="dk2"/>
              </a:buClr>
              <a:buSzPts val="8600"/>
              <a:buNone/>
              <a:defRPr sz="8600">
                <a:solidFill>
                  <a:schemeClr val="dk2"/>
                </a:solidFill>
              </a:defRPr>
            </a:lvl8pPr>
            <a:lvl9pPr lvl="8" algn="ctr">
              <a:spcBef>
                <a:spcPts val="0"/>
              </a:spcBef>
              <a:spcAft>
                <a:spcPts val="0"/>
              </a:spcAft>
              <a:buClr>
                <a:schemeClr val="dk2"/>
              </a:buClr>
              <a:buSzPts val="8600"/>
              <a:buNone/>
              <a:defRPr sz="8600">
                <a:solidFill>
                  <a:schemeClr val="dk2"/>
                </a:solidFill>
              </a:defRPr>
            </a:lvl9pPr>
          </a:lstStyle>
          <a:p>
            <a:r>
              <a:t>xx%</a:t>
            </a:r>
          </a:p>
        </p:txBody>
      </p:sp>
      <p:sp>
        <p:nvSpPr>
          <p:cNvPr id="120" name="Google Shape;120;p11"/>
          <p:cNvSpPr txBox="1"/>
          <p:nvPr>
            <p:ph idx="1" type="body"/>
          </p:nvPr>
        </p:nvSpPr>
        <p:spPr>
          <a:xfrm>
            <a:off x="1385850" y="2863850"/>
            <a:ext cx="6372300" cy="641100"/>
          </a:xfrm>
          <a:prstGeom prst="rect">
            <a:avLst/>
          </a:prstGeom>
        </p:spPr>
        <p:txBody>
          <a:bodyPr anchorCtr="0" anchor="t" bIns="91425" lIns="91425" spcFirstLastPara="1" rIns="91425" wrap="square" tIns="91425">
            <a:normAutofit/>
          </a:bodyPr>
          <a:lstStyle>
            <a:lvl1pPr indent="-311150" lvl="0" marL="457200" algn="ctr">
              <a:spcBef>
                <a:spcPts val="0"/>
              </a:spcBef>
              <a:spcAft>
                <a:spcPts val="0"/>
              </a:spcAft>
              <a:buSzPts val="1300"/>
              <a:buChar char="●"/>
              <a:defRPr/>
            </a:lvl1pPr>
            <a:lvl2pPr indent="-298450" lvl="1" marL="914400" algn="ctr">
              <a:spcBef>
                <a:spcPts val="0"/>
              </a:spcBef>
              <a:spcAft>
                <a:spcPts val="0"/>
              </a:spcAft>
              <a:buSzPts val="1100"/>
              <a:buChar char="○"/>
              <a:defRPr/>
            </a:lvl2pPr>
            <a:lvl3pPr indent="-298450" lvl="2" marL="1371600" algn="ctr">
              <a:spcBef>
                <a:spcPts val="0"/>
              </a:spcBef>
              <a:spcAft>
                <a:spcPts val="0"/>
              </a:spcAft>
              <a:buSzPts val="1100"/>
              <a:buChar char="■"/>
              <a:defRPr/>
            </a:lvl3pPr>
            <a:lvl4pPr indent="-298450" lvl="3" marL="1828800" algn="ctr">
              <a:spcBef>
                <a:spcPts val="0"/>
              </a:spcBef>
              <a:spcAft>
                <a:spcPts val="0"/>
              </a:spcAft>
              <a:buSzPts val="1100"/>
              <a:buChar char="●"/>
              <a:defRPr/>
            </a:lvl4pPr>
            <a:lvl5pPr indent="-298450" lvl="4" marL="2286000" algn="ctr">
              <a:spcBef>
                <a:spcPts val="0"/>
              </a:spcBef>
              <a:spcAft>
                <a:spcPts val="0"/>
              </a:spcAft>
              <a:buSzPts val="1100"/>
              <a:buChar char="○"/>
              <a:defRPr/>
            </a:lvl5pPr>
            <a:lvl6pPr indent="-298450" lvl="5" marL="2743200" algn="ctr">
              <a:spcBef>
                <a:spcPts val="0"/>
              </a:spcBef>
              <a:spcAft>
                <a:spcPts val="0"/>
              </a:spcAft>
              <a:buSzPts val="1100"/>
              <a:buChar char="■"/>
              <a:defRPr/>
            </a:lvl6pPr>
            <a:lvl7pPr indent="-298450" lvl="6" marL="3200400" algn="ctr">
              <a:spcBef>
                <a:spcPts val="0"/>
              </a:spcBef>
              <a:spcAft>
                <a:spcPts val="0"/>
              </a:spcAft>
              <a:buSzPts val="1100"/>
              <a:buChar char="●"/>
              <a:defRPr/>
            </a:lvl7pPr>
            <a:lvl8pPr indent="-298450" lvl="7" marL="3657600" algn="ctr">
              <a:spcBef>
                <a:spcPts val="0"/>
              </a:spcBef>
              <a:spcAft>
                <a:spcPts val="0"/>
              </a:spcAft>
              <a:buSzPts val="1100"/>
              <a:buChar char="○"/>
              <a:defRPr/>
            </a:lvl8pPr>
            <a:lvl9pPr indent="-298450" lvl="8" marL="4114800" algn="ctr">
              <a:spcBef>
                <a:spcPts val="0"/>
              </a:spcBef>
              <a:spcAft>
                <a:spcPts val="0"/>
              </a:spcAft>
              <a:buSzPts val="1100"/>
              <a:buChar char="■"/>
              <a:defRPr/>
            </a:lvl9pPr>
          </a:lstStyle>
          <a:p/>
        </p:txBody>
      </p:sp>
      <p:sp>
        <p:nvSpPr>
          <p:cNvPr id="121" name="Google Shape;121;p11"/>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2" name="Shape 122"/>
        <p:cNvGrpSpPr/>
        <p:nvPr/>
      </p:nvGrpSpPr>
      <p:grpSpPr>
        <a:xfrm>
          <a:off x="0" y="0"/>
          <a:ext cx="0" cy="0"/>
          <a:chOff x="0" y="0"/>
          <a:chExt cx="0" cy="0"/>
        </a:xfrm>
      </p:grpSpPr>
      <p:sp>
        <p:nvSpPr>
          <p:cNvPr id="123" name="Google Shape;123;p12"/>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p:cSld name="SECTION_HEADER_1">
    <p:spTree>
      <p:nvGrpSpPr>
        <p:cNvPr id="124" name="Shape 124"/>
        <p:cNvGrpSpPr/>
        <p:nvPr/>
      </p:nvGrpSpPr>
      <p:grpSpPr>
        <a:xfrm>
          <a:off x="0" y="0"/>
          <a:ext cx="0" cy="0"/>
          <a:chOff x="0" y="0"/>
          <a:chExt cx="0" cy="0"/>
        </a:xfrm>
      </p:grpSpPr>
      <p:grpSp>
        <p:nvGrpSpPr>
          <p:cNvPr id="125" name="Google Shape;125;p13"/>
          <p:cNvGrpSpPr/>
          <p:nvPr/>
        </p:nvGrpSpPr>
        <p:grpSpPr>
          <a:xfrm>
            <a:off x="4406400" y="0"/>
            <a:ext cx="4737600" cy="5143065"/>
            <a:chOff x="4406400" y="0"/>
            <a:chExt cx="4737600" cy="5143065"/>
          </a:xfrm>
        </p:grpSpPr>
        <p:sp>
          <p:nvSpPr>
            <p:cNvPr id="126" name="Google Shape;126;p13"/>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3"/>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13"/>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13"/>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13"/>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3"/>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13"/>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13"/>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13"/>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13"/>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13"/>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13"/>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3"/>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13"/>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13"/>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13"/>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13"/>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13"/>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4" name="Google Shape;144;p1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
        <p:nvSpPr>
          <p:cNvPr id="145" name="Google Shape;145;p13"/>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_alt3">
  <p:cSld name="TITLE_AND_BODY_1">
    <p:spTree>
      <p:nvGrpSpPr>
        <p:cNvPr id="146" name="Shape 146"/>
        <p:cNvGrpSpPr/>
        <p:nvPr/>
      </p:nvGrpSpPr>
      <p:grpSpPr>
        <a:xfrm>
          <a:off x="0" y="0"/>
          <a:ext cx="0" cy="0"/>
          <a:chOff x="0" y="0"/>
          <a:chExt cx="0" cy="0"/>
        </a:xfrm>
      </p:grpSpPr>
      <p:pic>
        <p:nvPicPr>
          <p:cNvPr descr="offset_comp_343059.jpg" id="147" name="Google Shape;147;p14"/>
          <p:cNvPicPr preferRelativeResize="0"/>
          <p:nvPr/>
        </p:nvPicPr>
        <p:blipFill rotWithShape="1">
          <a:blip r:embed="rId2">
            <a:alphaModFix amt="80000"/>
          </a:blip>
          <a:srcRect b="25870" l="30474" r="30474" t="11955"/>
          <a:stretch/>
        </p:blipFill>
        <p:spPr>
          <a:xfrm rot="-5400000">
            <a:off x="113630" y="-105700"/>
            <a:ext cx="5142300" cy="5364300"/>
          </a:xfrm>
          <a:prstGeom prst="diagStripe">
            <a:avLst>
              <a:gd fmla="val 50343" name="adj"/>
            </a:avLst>
          </a:prstGeom>
          <a:noFill/>
          <a:ln>
            <a:noFill/>
          </a:ln>
        </p:spPr>
      </p:pic>
      <p:sp>
        <p:nvSpPr>
          <p:cNvPr id="148" name="Google Shape;148;p14"/>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49" name="Google Shape;149;p14"/>
          <p:cNvSpPr txBox="1"/>
          <p:nvPr>
            <p:ph idx="1" type="body"/>
          </p:nvPr>
        </p:nvSpPr>
        <p:spPr>
          <a:xfrm>
            <a:off x="4018025" y="1567550"/>
            <a:ext cx="4318500" cy="17667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Clr>
                <a:schemeClr val="dk2"/>
              </a:buClr>
              <a:buSzPts val="1300"/>
              <a:buChar char="●"/>
              <a:defRPr>
                <a:solidFill>
                  <a:schemeClr val="dk2"/>
                </a:solidFill>
              </a:defRPr>
            </a:lvl1pPr>
            <a:lvl2pPr indent="-298450" lvl="1" marL="914400">
              <a:spcBef>
                <a:spcPts val="0"/>
              </a:spcBef>
              <a:spcAft>
                <a:spcPts val="0"/>
              </a:spcAft>
              <a:buClr>
                <a:schemeClr val="dk2"/>
              </a:buClr>
              <a:buSzPts val="1100"/>
              <a:buChar char="○"/>
              <a:defRPr>
                <a:solidFill>
                  <a:schemeClr val="dk2"/>
                </a:solidFill>
              </a:defRPr>
            </a:lvl2pPr>
            <a:lvl3pPr indent="-298450" lvl="2" marL="1371600">
              <a:spcBef>
                <a:spcPts val="0"/>
              </a:spcBef>
              <a:spcAft>
                <a:spcPts val="0"/>
              </a:spcAft>
              <a:buClr>
                <a:schemeClr val="dk2"/>
              </a:buClr>
              <a:buSzPts val="1100"/>
              <a:buChar char="■"/>
              <a:defRPr>
                <a:solidFill>
                  <a:schemeClr val="dk2"/>
                </a:solidFill>
              </a:defRPr>
            </a:lvl3pPr>
            <a:lvl4pPr indent="-298450" lvl="3" marL="1828800">
              <a:spcBef>
                <a:spcPts val="0"/>
              </a:spcBef>
              <a:spcAft>
                <a:spcPts val="0"/>
              </a:spcAft>
              <a:buClr>
                <a:schemeClr val="dk2"/>
              </a:buClr>
              <a:buSzPts val="1100"/>
              <a:buChar char="●"/>
              <a:defRPr>
                <a:solidFill>
                  <a:schemeClr val="dk2"/>
                </a:solidFill>
              </a:defRPr>
            </a:lvl4pPr>
            <a:lvl5pPr indent="-298450" lvl="4" marL="2286000">
              <a:spcBef>
                <a:spcPts val="0"/>
              </a:spcBef>
              <a:spcAft>
                <a:spcPts val="0"/>
              </a:spcAft>
              <a:buClr>
                <a:schemeClr val="dk2"/>
              </a:buClr>
              <a:buSzPts val="1100"/>
              <a:buChar char="○"/>
              <a:defRPr>
                <a:solidFill>
                  <a:schemeClr val="dk2"/>
                </a:solidFill>
              </a:defRPr>
            </a:lvl5pPr>
            <a:lvl6pPr indent="-298450" lvl="5" marL="2743200">
              <a:spcBef>
                <a:spcPts val="0"/>
              </a:spcBef>
              <a:spcAft>
                <a:spcPts val="0"/>
              </a:spcAft>
              <a:buClr>
                <a:schemeClr val="dk2"/>
              </a:buClr>
              <a:buSzPts val="1100"/>
              <a:buChar char="■"/>
              <a:defRPr>
                <a:solidFill>
                  <a:schemeClr val="dk2"/>
                </a:solidFill>
              </a:defRPr>
            </a:lvl6pPr>
            <a:lvl7pPr indent="-298450" lvl="6" marL="3200400">
              <a:spcBef>
                <a:spcPts val="0"/>
              </a:spcBef>
              <a:spcAft>
                <a:spcPts val="0"/>
              </a:spcAft>
              <a:buClr>
                <a:schemeClr val="dk2"/>
              </a:buClr>
              <a:buSzPts val="1100"/>
              <a:buChar char="●"/>
              <a:defRPr>
                <a:solidFill>
                  <a:schemeClr val="dk2"/>
                </a:solidFill>
              </a:defRPr>
            </a:lvl7pPr>
            <a:lvl8pPr indent="-298450" lvl="7" marL="3657600">
              <a:spcBef>
                <a:spcPts val="0"/>
              </a:spcBef>
              <a:spcAft>
                <a:spcPts val="0"/>
              </a:spcAft>
              <a:buClr>
                <a:schemeClr val="dk2"/>
              </a:buClr>
              <a:buSzPts val="1100"/>
              <a:buChar char="○"/>
              <a:defRPr>
                <a:solidFill>
                  <a:schemeClr val="dk2"/>
                </a:solidFill>
              </a:defRPr>
            </a:lvl8pPr>
            <a:lvl9pPr indent="-298450" lvl="8" marL="4114800">
              <a:spcBef>
                <a:spcPts val="0"/>
              </a:spcBef>
              <a:spcAft>
                <a:spcPts val="0"/>
              </a:spcAft>
              <a:buClr>
                <a:schemeClr val="dk2"/>
              </a:buClr>
              <a:buSzPts val="1100"/>
              <a:buChar char="■"/>
              <a:defRPr>
                <a:solidFill>
                  <a:schemeClr val="dk2"/>
                </a:solidFill>
              </a:defRPr>
            </a:lvl9pPr>
          </a:lstStyle>
          <a:p/>
        </p:txBody>
      </p:sp>
      <p:sp>
        <p:nvSpPr>
          <p:cNvPr id="150" name="Google Shape;150;p1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
        <p:nvSpPr>
          <p:cNvPr id="151" name="Google Shape;151;p14">
            <a:hlinkClick/>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4">
            <a:hlinkClick/>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14">
            <a:hlinkClick/>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4">
            <a:hlinkClick/>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5" name="Google Shape;155;p14"/>
          <p:cNvGrpSpPr/>
          <p:nvPr/>
        </p:nvGrpSpPr>
        <p:grpSpPr>
          <a:xfrm>
            <a:off x="0" y="381001"/>
            <a:ext cx="1037850" cy="1016287"/>
            <a:chOff x="0" y="381001"/>
            <a:chExt cx="1037850" cy="1016287"/>
          </a:xfrm>
        </p:grpSpPr>
        <p:sp>
          <p:nvSpPr>
            <p:cNvPr id="156" name="Google Shape;156;p14"/>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14"/>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_alt1">
  <p:cSld name="TITLE_AND_BODY_2">
    <p:spTree>
      <p:nvGrpSpPr>
        <p:cNvPr id="158" name="Shape 158"/>
        <p:cNvGrpSpPr/>
        <p:nvPr/>
      </p:nvGrpSpPr>
      <p:grpSpPr>
        <a:xfrm>
          <a:off x="0" y="0"/>
          <a:ext cx="0" cy="0"/>
          <a:chOff x="0" y="0"/>
          <a:chExt cx="0" cy="0"/>
        </a:xfrm>
      </p:grpSpPr>
      <p:sp>
        <p:nvSpPr>
          <p:cNvPr id="159" name="Google Shape;159;p15"/>
          <p:cNvSpPr txBox="1"/>
          <p:nvPr>
            <p:ph type="title"/>
          </p:nvPr>
        </p:nvSpPr>
        <p:spPr>
          <a:xfrm>
            <a:off x="361071" y="1924852"/>
            <a:ext cx="2304900" cy="1797300"/>
          </a:xfrm>
          <a:prstGeom prst="rect">
            <a:avLst/>
          </a:prstGeom>
        </p:spPr>
        <p:txBody>
          <a:bodyPr anchorCtr="0" anchor="t" bIns="91425" lIns="91425" spcFirstLastPara="1" rIns="91425" wrap="square" tIns="91425">
            <a:normAutofit/>
          </a:bodyPr>
          <a:lstStyle>
            <a:lvl1pPr lvl="0">
              <a:spcBef>
                <a:spcPts val="0"/>
              </a:spcBef>
              <a:spcAft>
                <a:spcPts val="0"/>
              </a:spcAft>
              <a:buSzPts val="1800"/>
              <a:buNone/>
              <a:defRPr sz="1800"/>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60" name="Google Shape;160;p15"/>
          <p:cNvSpPr/>
          <p:nvPr/>
        </p:nvSpPr>
        <p:spPr>
          <a:xfrm>
            <a:off x="4564200" y="0"/>
            <a:ext cx="45798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15"/>
          <p:cNvSpPr txBox="1"/>
          <p:nvPr>
            <p:ph idx="1" type="body"/>
          </p:nvPr>
        </p:nvSpPr>
        <p:spPr>
          <a:xfrm>
            <a:off x="6451271" y="1924850"/>
            <a:ext cx="2304900" cy="1797300"/>
          </a:xfrm>
          <a:prstGeom prst="rect">
            <a:avLst/>
          </a:prstGeom>
        </p:spPr>
        <p:txBody>
          <a:bodyPr anchorCtr="0" anchor="t" bIns="91425" lIns="91425" spcFirstLastPara="1" rIns="91425" wrap="square" tIns="91425">
            <a:normAutofit/>
          </a:bodyPr>
          <a:lstStyle>
            <a:lvl1pPr indent="-298450" lvl="0" marL="457200">
              <a:spcBef>
                <a:spcPts val="0"/>
              </a:spcBef>
              <a:spcAft>
                <a:spcPts val="0"/>
              </a:spcAft>
              <a:buClr>
                <a:schemeClr val="dk1"/>
              </a:buClr>
              <a:buSzPts val="1100"/>
              <a:buChar char="●"/>
              <a:defRPr sz="1100">
                <a:solidFill>
                  <a:schemeClr val="dk1"/>
                </a:solidFill>
              </a:defRPr>
            </a:lvl1pPr>
            <a:lvl2pPr indent="-298450" lvl="1" marL="914400">
              <a:spcBef>
                <a:spcPts val="0"/>
              </a:spcBef>
              <a:spcAft>
                <a:spcPts val="0"/>
              </a:spcAft>
              <a:buClr>
                <a:schemeClr val="dk1"/>
              </a:buClr>
              <a:buSzPts val="1100"/>
              <a:buChar char="○"/>
              <a:defRPr>
                <a:solidFill>
                  <a:schemeClr val="dk1"/>
                </a:solidFill>
              </a:defRPr>
            </a:lvl2pPr>
            <a:lvl3pPr indent="-298450" lvl="2" marL="1371600">
              <a:spcBef>
                <a:spcPts val="0"/>
              </a:spcBef>
              <a:spcAft>
                <a:spcPts val="0"/>
              </a:spcAft>
              <a:buClr>
                <a:schemeClr val="dk1"/>
              </a:buClr>
              <a:buSzPts val="1100"/>
              <a:buChar char="■"/>
              <a:defRPr>
                <a:solidFill>
                  <a:schemeClr val="dk1"/>
                </a:solidFill>
              </a:defRPr>
            </a:lvl3pPr>
            <a:lvl4pPr indent="-298450" lvl="3" marL="1828800">
              <a:spcBef>
                <a:spcPts val="0"/>
              </a:spcBef>
              <a:spcAft>
                <a:spcPts val="0"/>
              </a:spcAft>
              <a:buClr>
                <a:schemeClr val="dk1"/>
              </a:buClr>
              <a:buSzPts val="1100"/>
              <a:buChar char="●"/>
              <a:defRPr>
                <a:solidFill>
                  <a:schemeClr val="dk1"/>
                </a:solidFill>
              </a:defRPr>
            </a:lvl4pPr>
            <a:lvl5pPr indent="-298450" lvl="4" marL="2286000">
              <a:spcBef>
                <a:spcPts val="0"/>
              </a:spcBef>
              <a:spcAft>
                <a:spcPts val="0"/>
              </a:spcAft>
              <a:buClr>
                <a:schemeClr val="dk1"/>
              </a:buClr>
              <a:buSzPts val="1100"/>
              <a:buChar char="○"/>
              <a:defRPr>
                <a:solidFill>
                  <a:schemeClr val="dk1"/>
                </a:solidFill>
              </a:defRPr>
            </a:lvl5pPr>
            <a:lvl6pPr indent="-298450" lvl="5" marL="2743200">
              <a:spcBef>
                <a:spcPts val="0"/>
              </a:spcBef>
              <a:spcAft>
                <a:spcPts val="0"/>
              </a:spcAft>
              <a:buClr>
                <a:schemeClr val="dk1"/>
              </a:buClr>
              <a:buSzPts val="1100"/>
              <a:buChar char="■"/>
              <a:defRPr>
                <a:solidFill>
                  <a:schemeClr val="dk1"/>
                </a:solidFill>
              </a:defRPr>
            </a:lvl6pPr>
            <a:lvl7pPr indent="-298450" lvl="6" marL="3200400">
              <a:spcBef>
                <a:spcPts val="0"/>
              </a:spcBef>
              <a:spcAft>
                <a:spcPts val="0"/>
              </a:spcAft>
              <a:buClr>
                <a:schemeClr val="dk1"/>
              </a:buClr>
              <a:buSzPts val="1100"/>
              <a:buChar char="●"/>
              <a:defRPr>
                <a:solidFill>
                  <a:schemeClr val="dk1"/>
                </a:solidFill>
              </a:defRPr>
            </a:lvl7pPr>
            <a:lvl8pPr indent="-298450" lvl="7" marL="3657600">
              <a:spcBef>
                <a:spcPts val="0"/>
              </a:spcBef>
              <a:spcAft>
                <a:spcPts val="0"/>
              </a:spcAft>
              <a:buClr>
                <a:schemeClr val="dk1"/>
              </a:buClr>
              <a:buSzPts val="1100"/>
              <a:buChar char="○"/>
              <a:defRPr>
                <a:solidFill>
                  <a:schemeClr val="dk1"/>
                </a:solidFill>
              </a:defRPr>
            </a:lvl8pPr>
            <a:lvl9pPr indent="-298450" lvl="8" marL="4114800">
              <a:spcBef>
                <a:spcPts val="0"/>
              </a:spcBef>
              <a:spcAft>
                <a:spcPts val="0"/>
              </a:spcAft>
              <a:buClr>
                <a:schemeClr val="dk1"/>
              </a:buClr>
              <a:buSzPts val="1100"/>
              <a:buChar char="■"/>
              <a:defRPr>
                <a:solidFill>
                  <a:schemeClr val="dk1"/>
                </a:solidFill>
              </a:defRPr>
            </a:lvl9pPr>
          </a:lstStyle>
          <a:p/>
        </p:txBody>
      </p:sp>
      <p:sp>
        <p:nvSpPr>
          <p:cNvPr id="162" name="Google Shape;162;p15">
            <a:hlinkClick/>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15">
            <a:hlinkClick/>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5">
            <a:hlinkClick/>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5">
            <a:hlinkClick/>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6" name="Google Shape;166;p15"/>
          <p:cNvGrpSpPr/>
          <p:nvPr/>
        </p:nvGrpSpPr>
        <p:grpSpPr>
          <a:xfrm>
            <a:off x="0" y="381001"/>
            <a:ext cx="1037850" cy="1016287"/>
            <a:chOff x="0" y="381001"/>
            <a:chExt cx="1037850" cy="1016287"/>
          </a:xfrm>
        </p:grpSpPr>
        <p:sp>
          <p:nvSpPr>
            <p:cNvPr id="167" name="Google Shape;167;p15"/>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5"/>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9" name="Google Shape;169;p15"/>
          <p:cNvSpPr txBox="1"/>
          <p:nvPr>
            <p:ph idx="2" type="title"/>
          </p:nvPr>
        </p:nvSpPr>
        <p:spPr>
          <a:xfrm>
            <a:off x="1297500" y="459490"/>
            <a:ext cx="3005700" cy="510900"/>
          </a:xfrm>
          <a:prstGeom prst="rect">
            <a:avLst/>
          </a:prstGeom>
        </p:spPr>
        <p:txBody>
          <a:bodyPr anchorCtr="0" anchor="t" bIns="91425" lIns="91425" spcFirstLastPara="1" rIns="91425" wrap="square" tIns="91425">
            <a:normAutofit/>
          </a:bodyPr>
          <a:lstStyle>
            <a:lvl1pPr lvl="0">
              <a:spcBef>
                <a:spcPts val="0"/>
              </a:spcBef>
              <a:spcAft>
                <a:spcPts val="0"/>
              </a:spcAft>
              <a:buSzPts val="1000"/>
              <a:buNone/>
              <a:defRPr sz="1000"/>
            </a:lvl1pPr>
            <a:lvl2pPr lvl="1">
              <a:spcBef>
                <a:spcPts val="0"/>
              </a:spcBef>
              <a:spcAft>
                <a:spcPts val="0"/>
              </a:spcAft>
              <a:buSzPts val="1000"/>
              <a:buNone/>
              <a:defRPr sz="1000"/>
            </a:lvl2pPr>
            <a:lvl3pPr lvl="2">
              <a:spcBef>
                <a:spcPts val="0"/>
              </a:spcBef>
              <a:spcAft>
                <a:spcPts val="0"/>
              </a:spcAft>
              <a:buSzPts val="1000"/>
              <a:buNone/>
              <a:defRPr sz="1000"/>
            </a:lvl3pPr>
            <a:lvl4pPr lvl="3">
              <a:spcBef>
                <a:spcPts val="0"/>
              </a:spcBef>
              <a:spcAft>
                <a:spcPts val="0"/>
              </a:spcAft>
              <a:buSzPts val="1000"/>
              <a:buNone/>
              <a:defRPr sz="1000"/>
            </a:lvl4pPr>
            <a:lvl5pPr lvl="4">
              <a:spcBef>
                <a:spcPts val="0"/>
              </a:spcBef>
              <a:spcAft>
                <a:spcPts val="0"/>
              </a:spcAft>
              <a:buSzPts val="1000"/>
              <a:buNone/>
              <a:defRPr sz="1000"/>
            </a:lvl5pPr>
            <a:lvl6pPr lvl="5">
              <a:spcBef>
                <a:spcPts val="0"/>
              </a:spcBef>
              <a:spcAft>
                <a:spcPts val="0"/>
              </a:spcAft>
              <a:buSzPts val="1000"/>
              <a:buNone/>
              <a:defRPr sz="1000"/>
            </a:lvl6pPr>
            <a:lvl7pPr lvl="6">
              <a:spcBef>
                <a:spcPts val="0"/>
              </a:spcBef>
              <a:spcAft>
                <a:spcPts val="0"/>
              </a:spcAft>
              <a:buSzPts val="1000"/>
              <a:buNone/>
              <a:defRPr sz="1000"/>
            </a:lvl7pPr>
            <a:lvl8pPr lvl="7">
              <a:spcBef>
                <a:spcPts val="0"/>
              </a:spcBef>
              <a:spcAft>
                <a:spcPts val="0"/>
              </a:spcAft>
              <a:buSzPts val="1000"/>
              <a:buNone/>
              <a:defRPr sz="1000"/>
            </a:lvl8pPr>
            <a:lvl9pPr lvl="8">
              <a:spcBef>
                <a:spcPts val="0"/>
              </a:spcBef>
              <a:spcAft>
                <a:spcPts val="0"/>
              </a:spcAft>
              <a:buSzPts val="1000"/>
              <a:buNone/>
              <a:defRPr sz="1000"/>
            </a:lvl9pPr>
          </a:lstStyle>
          <a:p/>
        </p:txBody>
      </p:sp>
      <p:sp>
        <p:nvSpPr>
          <p:cNvPr id="170" name="Google Shape;170;p1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_alt2">
  <p:cSld name="TITLE_AND_BODY_2_1">
    <p:spTree>
      <p:nvGrpSpPr>
        <p:cNvPr id="171" name="Shape 171"/>
        <p:cNvGrpSpPr/>
        <p:nvPr/>
      </p:nvGrpSpPr>
      <p:grpSpPr>
        <a:xfrm>
          <a:off x="0" y="0"/>
          <a:ext cx="0" cy="0"/>
          <a:chOff x="0" y="0"/>
          <a:chExt cx="0" cy="0"/>
        </a:xfrm>
      </p:grpSpPr>
      <p:sp>
        <p:nvSpPr>
          <p:cNvPr id="172" name="Google Shape;172;p16"/>
          <p:cNvSpPr txBox="1"/>
          <p:nvPr>
            <p:ph type="title"/>
          </p:nvPr>
        </p:nvSpPr>
        <p:spPr>
          <a:xfrm>
            <a:off x="702850" y="1708619"/>
            <a:ext cx="3333300" cy="1470900"/>
          </a:xfrm>
          <a:prstGeom prst="rect">
            <a:avLst/>
          </a:prstGeom>
        </p:spPr>
        <p:txBody>
          <a:bodyPr anchorCtr="0" anchor="t" bIns="91425" lIns="91425" spcFirstLastPara="1" rIns="91425" wrap="square" tIns="91425">
            <a:normAutofit/>
          </a:bodyPr>
          <a:lstStyle>
            <a:lvl1pPr lvl="0">
              <a:spcBef>
                <a:spcPts val="0"/>
              </a:spcBef>
              <a:spcAft>
                <a:spcPts val="0"/>
              </a:spcAft>
              <a:buSzPts val="1800"/>
              <a:buNone/>
              <a:defRPr sz="1800"/>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73" name="Google Shape;173;p16"/>
          <p:cNvSpPr/>
          <p:nvPr/>
        </p:nvSpPr>
        <p:spPr>
          <a:xfrm>
            <a:off x="0" y="3486600"/>
            <a:ext cx="9144000" cy="16569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16">
            <a:hlinkClick/>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16">
            <a:hlinkClick/>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6">
            <a:hlinkClick/>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6">
            <a:hlinkClick/>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8" name="Google Shape;178;p16"/>
          <p:cNvGrpSpPr/>
          <p:nvPr/>
        </p:nvGrpSpPr>
        <p:grpSpPr>
          <a:xfrm>
            <a:off x="0" y="381001"/>
            <a:ext cx="1037850" cy="1016287"/>
            <a:chOff x="0" y="381001"/>
            <a:chExt cx="1037850" cy="1016287"/>
          </a:xfrm>
        </p:grpSpPr>
        <p:sp>
          <p:nvSpPr>
            <p:cNvPr id="179" name="Google Shape;179;p16"/>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6"/>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1" name="Google Shape;181;p16"/>
          <p:cNvSpPr txBox="1"/>
          <p:nvPr>
            <p:ph idx="2" type="title"/>
          </p:nvPr>
        </p:nvSpPr>
        <p:spPr>
          <a:xfrm>
            <a:off x="1297500" y="459490"/>
            <a:ext cx="3005700" cy="510900"/>
          </a:xfrm>
          <a:prstGeom prst="rect">
            <a:avLst/>
          </a:prstGeom>
        </p:spPr>
        <p:txBody>
          <a:bodyPr anchorCtr="0" anchor="t" bIns="91425" lIns="91425" spcFirstLastPara="1" rIns="91425" wrap="square" tIns="91425">
            <a:normAutofit/>
          </a:bodyPr>
          <a:lstStyle>
            <a:lvl1pPr lvl="0">
              <a:spcBef>
                <a:spcPts val="0"/>
              </a:spcBef>
              <a:spcAft>
                <a:spcPts val="0"/>
              </a:spcAft>
              <a:buSzPts val="1000"/>
              <a:buNone/>
              <a:defRPr sz="1000"/>
            </a:lvl1pPr>
            <a:lvl2pPr lvl="1">
              <a:spcBef>
                <a:spcPts val="0"/>
              </a:spcBef>
              <a:spcAft>
                <a:spcPts val="0"/>
              </a:spcAft>
              <a:buSzPts val="1000"/>
              <a:buNone/>
              <a:defRPr sz="1000"/>
            </a:lvl2pPr>
            <a:lvl3pPr lvl="2">
              <a:spcBef>
                <a:spcPts val="0"/>
              </a:spcBef>
              <a:spcAft>
                <a:spcPts val="0"/>
              </a:spcAft>
              <a:buSzPts val="1000"/>
              <a:buNone/>
              <a:defRPr sz="1000"/>
            </a:lvl3pPr>
            <a:lvl4pPr lvl="3">
              <a:spcBef>
                <a:spcPts val="0"/>
              </a:spcBef>
              <a:spcAft>
                <a:spcPts val="0"/>
              </a:spcAft>
              <a:buSzPts val="1000"/>
              <a:buNone/>
              <a:defRPr sz="1000"/>
            </a:lvl4pPr>
            <a:lvl5pPr lvl="4">
              <a:spcBef>
                <a:spcPts val="0"/>
              </a:spcBef>
              <a:spcAft>
                <a:spcPts val="0"/>
              </a:spcAft>
              <a:buSzPts val="1000"/>
              <a:buNone/>
              <a:defRPr sz="1000"/>
            </a:lvl5pPr>
            <a:lvl6pPr lvl="5">
              <a:spcBef>
                <a:spcPts val="0"/>
              </a:spcBef>
              <a:spcAft>
                <a:spcPts val="0"/>
              </a:spcAft>
              <a:buSzPts val="1000"/>
              <a:buNone/>
              <a:defRPr sz="1000"/>
            </a:lvl6pPr>
            <a:lvl7pPr lvl="6">
              <a:spcBef>
                <a:spcPts val="0"/>
              </a:spcBef>
              <a:spcAft>
                <a:spcPts val="0"/>
              </a:spcAft>
              <a:buSzPts val="1000"/>
              <a:buNone/>
              <a:defRPr sz="1000"/>
            </a:lvl7pPr>
            <a:lvl8pPr lvl="7">
              <a:spcBef>
                <a:spcPts val="0"/>
              </a:spcBef>
              <a:spcAft>
                <a:spcPts val="0"/>
              </a:spcAft>
              <a:buSzPts val="1000"/>
              <a:buNone/>
              <a:defRPr sz="1000"/>
            </a:lvl8pPr>
            <a:lvl9pPr lvl="8">
              <a:spcBef>
                <a:spcPts val="0"/>
              </a:spcBef>
              <a:spcAft>
                <a:spcPts val="0"/>
              </a:spcAft>
              <a:buSzPts val="1000"/>
              <a:buNone/>
              <a:defRPr sz="1000"/>
            </a:lvl9pPr>
          </a:lstStyle>
          <a:p/>
        </p:txBody>
      </p:sp>
      <p:sp>
        <p:nvSpPr>
          <p:cNvPr id="182" name="Google Shape;182;p1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
        <p:nvSpPr>
          <p:cNvPr id="183" name="Google Shape;183;p16"/>
          <p:cNvSpPr txBox="1"/>
          <p:nvPr>
            <p:ph idx="1" type="body"/>
          </p:nvPr>
        </p:nvSpPr>
        <p:spPr>
          <a:xfrm>
            <a:off x="702850" y="3625275"/>
            <a:ext cx="3333300" cy="765300"/>
          </a:xfrm>
          <a:prstGeom prst="rect">
            <a:avLst/>
          </a:prstGeom>
        </p:spPr>
        <p:txBody>
          <a:bodyPr anchorCtr="0" anchor="t" bIns="91425" lIns="91425" spcFirstLastPara="1" rIns="91425" wrap="square" tIns="91425">
            <a:normAutofit/>
          </a:bodyPr>
          <a:lstStyle>
            <a:lvl1pPr indent="-298450" lvl="0" marL="457200">
              <a:spcBef>
                <a:spcPts val="0"/>
              </a:spcBef>
              <a:spcAft>
                <a:spcPts val="0"/>
              </a:spcAft>
              <a:buClr>
                <a:schemeClr val="dk1"/>
              </a:buClr>
              <a:buSzPts val="1100"/>
              <a:buChar char="●"/>
              <a:defRPr sz="1100">
                <a:solidFill>
                  <a:schemeClr val="dk1"/>
                </a:solidFill>
              </a:defRPr>
            </a:lvl1pPr>
            <a:lvl2pPr indent="-298450" lvl="1" marL="914400">
              <a:spcBef>
                <a:spcPts val="0"/>
              </a:spcBef>
              <a:spcAft>
                <a:spcPts val="0"/>
              </a:spcAft>
              <a:buClr>
                <a:schemeClr val="dk1"/>
              </a:buClr>
              <a:buSzPts val="1100"/>
              <a:buChar char="○"/>
              <a:defRPr>
                <a:solidFill>
                  <a:schemeClr val="dk1"/>
                </a:solidFill>
              </a:defRPr>
            </a:lvl2pPr>
            <a:lvl3pPr indent="-298450" lvl="2" marL="1371600">
              <a:spcBef>
                <a:spcPts val="0"/>
              </a:spcBef>
              <a:spcAft>
                <a:spcPts val="0"/>
              </a:spcAft>
              <a:buClr>
                <a:schemeClr val="dk1"/>
              </a:buClr>
              <a:buSzPts val="1100"/>
              <a:buChar char="■"/>
              <a:defRPr>
                <a:solidFill>
                  <a:schemeClr val="dk1"/>
                </a:solidFill>
              </a:defRPr>
            </a:lvl3pPr>
            <a:lvl4pPr indent="-298450" lvl="3" marL="1828800">
              <a:spcBef>
                <a:spcPts val="0"/>
              </a:spcBef>
              <a:spcAft>
                <a:spcPts val="0"/>
              </a:spcAft>
              <a:buClr>
                <a:schemeClr val="dk1"/>
              </a:buClr>
              <a:buSzPts val="1100"/>
              <a:buChar char="●"/>
              <a:defRPr>
                <a:solidFill>
                  <a:schemeClr val="dk1"/>
                </a:solidFill>
              </a:defRPr>
            </a:lvl4pPr>
            <a:lvl5pPr indent="-298450" lvl="4" marL="2286000">
              <a:spcBef>
                <a:spcPts val="0"/>
              </a:spcBef>
              <a:spcAft>
                <a:spcPts val="0"/>
              </a:spcAft>
              <a:buClr>
                <a:schemeClr val="dk1"/>
              </a:buClr>
              <a:buSzPts val="1100"/>
              <a:buChar char="○"/>
              <a:defRPr>
                <a:solidFill>
                  <a:schemeClr val="dk1"/>
                </a:solidFill>
              </a:defRPr>
            </a:lvl5pPr>
            <a:lvl6pPr indent="-298450" lvl="5" marL="2743200">
              <a:spcBef>
                <a:spcPts val="0"/>
              </a:spcBef>
              <a:spcAft>
                <a:spcPts val="0"/>
              </a:spcAft>
              <a:buClr>
                <a:schemeClr val="dk1"/>
              </a:buClr>
              <a:buSzPts val="1100"/>
              <a:buChar char="■"/>
              <a:defRPr>
                <a:solidFill>
                  <a:schemeClr val="dk1"/>
                </a:solidFill>
              </a:defRPr>
            </a:lvl6pPr>
            <a:lvl7pPr indent="-298450" lvl="6" marL="3200400">
              <a:spcBef>
                <a:spcPts val="0"/>
              </a:spcBef>
              <a:spcAft>
                <a:spcPts val="0"/>
              </a:spcAft>
              <a:buClr>
                <a:schemeClr val="dk1"/>
              </a:buClr>
              <a:buSzPts val="1100"/>
              <a:buChar char="●"/>
              <a:defRPr>
                <a:solidFill>
                  <a:schemeClr val="dk1"/>
                </a:solidFill>
              </a:defRPr>
            </a:lvl7pPr>
            <a:lvl8pPr indent="-298450" lvl="7" marL="3657600">
              <a:spcBef>
                <a:spcPts val="0"/>
              </a:spcBef>
              <a:spcAft>
                <a:spcPts val="0"/>
              </a:spcAft>
              <a:buClr>
                <a:schemeClr val="dk1"/>
              </a:buClr>
              <a:buSzPts val="1100"/>
              <a:buChar char="○"/>
              <a:defRPr>
                <a:solidFill>
                  <a:schemeClr val="dk1"/>
                </a:solidFill>
              </a:defRPr>
            </a:lvl8pPr>
            <a:lvl9pPr indent="-298450" lvl="8" marL="4114800">
              <a:spcBef>
                <a:spcPts val="0"/>
              </a:spcBef>
              <a:spcAft>
                <a:spcPts val="0"/>
              </a:spcAft>
              <a:buClr>
                <a:schemeClr val="dk1"/>
              </a:buClr>
              <a:buSzPts val="1100"/>
              <a:buChar char="■"/>
              <a:defRPr>
                <a:solidFill>
                  <a:schemeClr val="dk1"/>
                </a:solidFil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hift">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1pPr>
            <a:lvl2pPr lvl="1">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2pPr>
            <a:lvl3pPr lvl="2">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3pPr>
            <a:lvl4pPr lvl="3">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4pPr>
            <a:lvl5pPr lvl="4">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5pPr>
            <a:lvl6pPr lvl="5">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6pPr>
            <a:lvl7pPr lvl="6">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7pPr>
            <a:lvl8pPr lvl="7">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8pPr>
            <a:lvl9pPr lvl="8">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9pPr>
          </a:lstStyle>
          <a:p/>
        </p:txBody>
      </p:sp>
      <p:sp>
        <p:nvSpPr>
          <p:cNvPr id="7" name="Google Shape;7;p1"/>
          <p:cNvSpPr txBox="1"/>
          <p:nvPr>
            <p:ph idx="1" type="body"/>
          </p:nvPr>
        </p:nvSpPr>
        <p:spPr>
          <a:xfrm>
            <a:off x="311700" y="1152475"/>
            <a:ext cx="8520600" cy="33912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chemeClr val="dk2"/>
              </a:buClr>
              <a:buSzPts val="1300"/>
              <a:buFont typeface="Calibri"/>
              <a:buChar char="●"/>
              <a:defRPr sz="1300">
                <a:solidFill>
                  <a:schemeClr val="dk2"/>
                </a:solidFill>
                <a:latin typeface="Calibri"/>
                <a:ea typeface="Calibri"/>
                <a:cs typeface="Calibri"/>
                <a:sym typeface="Calibri"/>
              </a:defRPr>
            </a:lvl1pPr>
            <a:lvl2pPr indent="-298450" lvl="1" marL="91440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2pPr>
            <a:lvl3pPr indent="-298450" lvl="2" marL="137160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3pPr>
            <a:lvl4pPr indent="-298450" lvl="3" marL="182880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4pPr>
            <a:lvl5pPr indent="-298450" lvl="4" marL="228600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5pPr>
            <a:lvl6pPr indent="-298450" lvl="5" marL="274320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6pPr>
            <a:lvl7pPr indent="-298450" lvl="6" marL="320040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7pPr>
            <a:lvl8pPr indent="-298450" lvl="7" marL="365760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8pPr>
            <a:lvl9pPr indent="-298450" lvl="8" marL="411480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9pPr>
          </a:lstStyle>
          <a:p/>
        </p:txBody>
      </p:sp>
      <p:sp>
        <p:nvSpPr>
          <p:cNvPr id="8" name="Google Shape;8;p1"/>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latin typeface="Nunito"/>
                <a:ea typeface="Nunito"/>
                <a:cs typeface="Nunito"/>
                <a:sym typeface="Nunito"/>
              </a:defRPr>
            </a:lvl1pPr>
            <a:lvl2pPr lvl="1" algn="r">
              <a:buNone/>
              <a:defRPr sz="1000">
                <a:solidFill>
                  <a:schemeClr val="dk2"/>
                </a:solidFill>
                <a:latin typeface="Nunito"/>
                <a:ea typeface="Nunito"/>
                <a:cs typeface="Nunito"/>
                <a:sym typeface="Nunito"/>
              </a:defRPr>
            </a:lvl2pPr>
            <a:lvl3pPr lvl="2" algn="r">
              <a:buNone/>
              <a:defRPr sz="1000">
                <a:solidFill>
                  <a:schemeClr val="dk2"/>
                </a:solidFill>
                <a:latin typeface="Nunito"/>
                <a:ea typeface="Nunito"/>
                <a:cs typeface="Nunito"/>
                <a:sym typeface="Nunito"/>
              </a:defRPr>
            </a:lvl3pPr>
            <a:lvl4pPr lvl="3" algn="r">
              <a:buNone/>
              <a:defRPr sz="1000">
                <a:solidFill>
                  <a:schemeClr val="dk2"/>
                </a:solidFill>
                <a:latin typeface="Nunito"/>
                <a:ea typeface="Nunito"/>
                <a:cs typeface="Nunito"/>
                <a:sym typeface="Nunito"/>
              </a:defRPr>
            </a:lvl4pPr>
            <a:lvl5pPr lvl="4" algn="r">
              <a:buNone/>
              <a:defRPr sz="1000">
                <a:solidFill>
                  <a:schemeClr val="dk2"/>
                </a:solidFill>
                <a:latin typeface="Nunito"/>
                <a:ea typeface="Nunito"/>
                <a:cs typeface="Nunito"/>
                <a:sym typeface="Nunito"/>
              </a:defRPr>
            </a:lvl5pPr>
            <a:lvl6pPr lvl="5" algn="r">
              <a:buNone/>
              <a:defRPr sz="1000">
                <a:solidFill>
                  <a:schemeClr val="dk2"/>
                </a:solidFill>
                <a:latin typeface="Nunito"/>
                <a:ea typeface="Nunito"/>
                <a:cs typeface="Nunito"/>
                <a:sym typeface="Nunito"/>
              </a:defRPr>
            </a:lvl6pPr>
            <a:lvl7pPr lvl="6" algn="r">
              <a:buNone/>
              <a:defRPr sz="1000">
                <a:solidFill>
                  <a:schemeClr val="dk2"/>
                </a:solidFill>
                <a:latin typeface="Nunito"/>
                <a:ea typeface="Nunito"/>
                <a:cs typeface="Nunito"/>
                <a:sym typeface="Nunito"/>
              </a:defRPr>
            </a:lvl7pPr>
            <a:lvl8pPr lvl="7" algn="r">
              <a:buNone/>
              <a:defRPr sz="1000">
                <a:solidFill>
                  <a:schemeClr val="dk2"/>
                </a:solidFill>
                <a:latin typeface="Nunito"/>
                <a:ea typeface="Nunito"/>
                <a:cs typeface="Nunito"/>
                <a:sym typeface="Nunito"/>
              </a:defRPr>
            </a:lvl8pPr>
            <a:lvl9pPr lvl="8" algn="r">
              <a:buNone/>
              <a:defRPr sz="1000">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www.kaggle.com/datasets/krishujeniya/fitness-tracker-accelerometer-and-gyroscope-data"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6.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17"/>
          <p:cNvSpPr txBox="1"/>
          <p:nvPr>
            <p:ph type="ctrTitle"/>
          </p:nvPr>
        </p:nvSpPr>
        <p:spPr>
          <a:xfrm>
            <a:off x="1858703" y="1822833"/>
            <a:ext cx="5361300" cy="14481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GB"/>
              <a:t>Fitness</a:t>
            </a:r>
            <a:r>
              <a:rPr lang="en-GB"/>
              <a:t> Tracker</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18"/>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Introduction</a:t>
            </a:r>
            <a:endParaRPr/>
          </a:p>
        </p:txBody>
      </p:sp>
      <p:sp>
        <p:nvSpPr>
          <p:cNvPr id="194" name="Google Shape;194;p18"/>
          <p:cNvSpPr txBox="1"/>
          <p:nvPr>
            <p:ph idx="1" type="body"/>
          </p:nvPr>
        </p:nvSpPr>
        <p:spPr>
          <a:xfrm>
            <a:off x="819150" y="1808550"/>
            <a:ext cx="7505700" cy="15264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b="1" lang="en-GB" sz="1500">
                <a:solidFill>
                  <a:srgbClr val="000000"/>
                </a:solidFill>
              </a:rPr>
              <a:t>Fitness Tracker</a:t>
            </a:r>
            <a:r>
              <a:rPr lang="en-GB" sz="1500">
                <a:solidFill>
                  <a:srgbClr val="000000"/>
                </a:solidFill>
              </a:rPr>
              <a:t> is a time series project that focuses on activity recognition. It collects real-time data while participants perform different gym exercises.</a:t>
            </a:r>
            <a:endParaRPr sz="1500">
              <a:solidFill>
                <a:srgbClr val="000000"/>
              </a:solidFill>
            </a:endParaRPr>
          </a:p>
          <a:p>
            <a:pPr indent="0" lvl="0" marL="0" rtl="0" algn="l">
              <a:spcBef>
                <a:spcPts val="1200"/>
              </a:spcBef>
              <a:spcAft>
                <a:spcPts val="1200"/>
              </a:spcAft>
              <a:buNone/>
            </a:pPr>
            <a:r>
              <a:rPr lang="en-GB" sz="1500">
                <a:solidFill>
                  <a:srgbClr val="000000"/>
                </a:solidFill>
              </a:rPr>
              <a:t>The goal of the project is to build a machine learning model capable of recognizing and predicting which exercise a participant is performing based on the captured data.</a:t>
            </a:r>
            <a:endParaRPr sz="17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19"/>
          <p:cNvSpPr txBox="1"/>
          <p:nvPr>
            <p:ph type="title"/>
          </p:nvPr>
        </p:nvSpPr>
        <p:spPr>
          <a:xfrm>
            <a:off x="484600" y="5947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Sensors</a:t>
            </a:r>
            <a:endParaRPr/>
          </a:p>
        </p:txBody>
      </p:sp>
      <p:sp>
        <p:nvSpPr>
          <p:cNvPr id="200" name="Google Shape;200;p19"/>
          <p:cNvSpPr txBox="1"/>
          <p:nvPr/>
        </p:nvSpPr>
        <p:spPr>
          <a:xfrm>
            <a:off x="637775" y="1776525"/>
            <a:ext cx="1651800" cy="378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500">
                <a:solidFill>
                  <a:srgbClr val="1B212C"/>
                </a:solidFill>
                <a:latin typeface="Montserrat"/>
                <a:ea typeface="Montserrat"/>
                <a:cs typeface="Montserrat"/>
                <a:sym typeface="Montserrat"/>
              </a:rPr>
              <a:t>Accelerometer:</a:t>
            </a:r>
            <a:endParaRPr sz="1500">
              <a:solidFill>
                <a:srgbClr val="FFFFFF"/>
              </a:solidFill>
            </a:endParaRPr>
          </a:p>
        </p:txBody>
      </p:sp>
      <p:sp>
        <p:nvSpPr>
          <p:cNvPr id="201" name="Google Shape;201;p19"/>
          <p:cNvSpPr txBox="1"/>
          <p:nvPr>
            <p:ph idx="1" type="body"/>
          </p:nvPr>
        </p:nvSpPr>
        <p:spPr>
          <a:xfrm>
            <a:off x="2333575" y="1767463"/>
            <a:ext cx="5877300" cy="8088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GB" sz="1400">
                <a:solidFill>
                  <a:srgbClr val="1B212C"/>
                </a:solidFill>
              </a:rPr>
              <a:t>The accelerometer tracks body movements during exercises. It captures data in three directions: X, Y, and Z axes.</a:t>
            </a:r>
            <a:endParaRPr sz="1400">
              <a:solidFill>
                <a:srgbClr val="1B212C"/>
              </a:solidFill>
            </a:endParaRPr>
          </a:p>
        </p:txBody>
      </p:sp>
      <p:sp>
        <p:nvSpPr>
          <p:cNvPr id="202" name="Google Shape;202;p19"/>
          <p:cNvSpPr txBox="1"/>
          <p:nvPr>
            <p:ph idx="1" type="body"/>
          </p:nvPr>
        </p:nvSpPr>
        <p:spPr>
          <a:xfrm>
            <a:off x="2333575" y="2794438"/>
            <a:ext cx="5877300" cy="8088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GB" sz="1400">
                <a:solidFill>
                  <a:srgbClr val="1B212C"/>
                </a:solidFill>
              </a:rPr>
              <a:t>The gyroscope measures the rotation and turning movements of the body, helping to understand how fast and in which direction the body is rotating.</a:t>
            </a:r>
            <a:endParaRPr sz="1400">
              <a:solidFill>
                <a:srgbClr val="1B212C"/>
              </a:solidFill>
            </a:endParaRPr>
          </a:p>
        </p:txBody>
      </p:sp>
      <p:sp>
        <p:nvSpPr>
          <p:cNvPr id="203" name="Google Shape;203;p19"/>
          <p:cNvSpPr txBox="1"/>
          <p:nvPr/>
        </p:nvSpPr>
        <p:spPr>
          <a:xfrm>
            <a:off x="825875" y="2794425"/>
            <a:ext cx="1463700" cy="378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500">
                <a:solidFill>
                  <a:srgbClr val="1B212C"/>
                </a:solidFill>
                <a:latin typeface="Montserrat"/>
                <a:ea typeface="Montserrat"/>
                <a:cs typeface="Montserrat"/>
                <a:sym typeface="Montserrat"/>
              </a:rPr>
              <a:t>Gyroscope:</a:t>
            </a:r>
            <a:endParaRPr sz="1500">
              <a:solidFill>
                <a:srgbClr val="FFFFFF"/>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20"/>
          <p:cNvSpPr txBox="1"/>
          <p:nvPr>
            <p:ph type="title"/>
          </p:nvPr>
        </p:nvSpPr>
        <p:spPr>
          <a:xfrm>
            <a:off x="547350" y="8247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DataSet</a:t>
            </a:r>
            <a:endParaRPr/>
          </a:p>
        </p:txBody>
      </p:sp>
      <p:sp>
        <p:nvSpPr>
          <p:cNvPr id="209" name="Google Shape;209;p20"/>
          <p:cNvSpPr txBox="1"/>
          <p:nvPr>
            <p:ph idx="1" type="body"/>
          </p:nvPr>
        </p:nvSpPr>
        <p:spPr>
          <a:xfrm>
            <a:off x="1839950" y="1474050"/>
            <a:ext cx="6370800" cy="2415000"/>
          </a:xfrm>
          <a:prstGeom prst="rect">
            <a:avLst/>
          </a:prstGeom>
        </p:spPr>
        <p:txBody>
          <a:bodyPr anchorCtr="0" anchor="t" bIns="91425" lIns="91425" spcFirstLastPara="1" rIns="91425" wrap="square" tIns="91425">
            <a:noAutofit/>
          </a:bodyPr>
          <a:lstStyle/>
          <a:p>
            <a:pPr indent="-317500" lvl="0" marL="457200" rtl="0" algn="l">
              <a:spcBef>
                <a:spcPts val="1200"/>
              </a:spcBef>
              <a:spcAft>
                <a:spcPts val="0"/>
              </a:spcAft>
              <a:buClr>
                <a:srgbClr val="000000"/>
              </a:buClr>
              <a:buSzPts val="1400"/>
              <a:buChar char="-"/>
            </a:pPr>
            <a:r>
              <a:rPr lang="en-GB" sz="1400">
                <a:solidFill>
                  <a:srgbClr val="000000"/>
                </a:solidFill>
              </a:rPr>
              <a:t>This dataset is available on Kaggle and contains accelerometer and gyroscope data collected from participants performing various gym exercises in real time.</a:t>
            </a:r>
            <a:endParaRPr sz="1400">
              <a:solidFill>
                <a:srgbClr val="000000"/>
              </a:solidFill>
            </a:endParaRPr>
          </a:p>
          <a:p>
            <a:pPr indent="-317500" lvl="0" marL="457200" rtl="0" algn="l">
              <a:spcBef>
                <a:spcPts val="0"/>
              </a:spcBef>
              <a:spcAft>
                <a:spcPts val="0"/>
              </a:spcAft>
              <a:buClr>
                <a:srgbClr val="000000"/>
              </a:buClr>
              <a:buSzPts val="1400"/>
              <a:buChar char="-"/>
            </a:pPr>
            <a:r>
              <a:rPr lang="en-GB" sz="1400">
                <a:solidFill>
                  <a:srgbClr val="000000"/>
                </a:solidFill>
              </a:rPr>
              <a:t>The data includes measurements from different sensors along the X, Y, and Z axes, recording both movement and rotational data. It also includes information about the exercise type, intensity, and the participant performing the exercise.</a:t>
            </a:r>
            <a:endParaRPr sz="1400">
              <a:solidFill>
                <a:srgbClr val="000000"/>
              </a:solidFill>
            </a:endParaRPr>
          </a:p>
          <a:p>
            <a:pPr indent="-317500" lvl="0" marL="457200" rtl="0" algn="l">
              <a:spcBef>
                <a:spcPts val="0"/>
              </a:spcBef>
              <a:spcAft>
                <a:spcPts val="0"/>
              </a:spcAft>
              <a:buSzPts val="1400"/>
              <a:buChar char="-"/>
            </a:pPr>
            <a:r>
              <a:rPr lang="en-GB" sz="1400">
                <a:solidFill>
                  <a:srgbClr val="000000"/>
                </a:solidFill>
              </a:rPr>
              <a:t>For more informations: </a:t>
            </a:r>
            <a:r>
              <a:rPr lang="en-GB" sz="1400" u="sng">
                <a:solidFill>
                  <a:schemeClr val="hlink"/>
                </a:solidFill>
                <a:hlinkClick r:id="rId3"/>
              </a:rPr>
              <a:t>Kaggle</a:t>
            </a:r>
            <a:r>
              <a:rPr lang="en-GB" sz="1400">
                <a:solidFill>
                  <a:srgbClr val="000000"/>
                </a:solidFill>
              </a:rPr>
              <a:t>.</a:t>
            </a:r>
            <a:endParaRPr sz="1600">
              <a:solidFill>
                <a:srgbClr val="1B212C"/>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21"/>
          <p:cNvSpPr txBox="1"/>
          <p:nvPr>
            <p:ph type="title"/>
          </p:nvPr>
        </p:nvSpPr>
        <p:spPr>
          <a:xfrm>
            <a:off x="797900" y="845600"/>
            <a:ext cx="3709200" cy="660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Project</a:t>
            </a:r>
            <a:endParaRPr/>
          </a:p>
        </p:txBody>
      </p:sp>
      <p:sp>
        <p:nvSpPr>
          <p:cNvPr id="215" name="Google Shape;215;p21"/>
          <p:cNvSpPr txBox="1"/>
          <p:nvPr>
            <p:ph idx="1" type="body"/>
          </p:nvPr>
        </p:nvSpPr>
        <p:spPr>
          <a:xfrm>
            <a:off x="2607950" y="1504225"/>
            <a:ext cx="3709200" cy="5268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GB">
                <a:solidFill>
                  <a:srgbClr val="1B212C"/>
                </a:solidFill>
              </a:rPr>
              <a:t>The project is based on 3 </a:t>
            </a:r>
            <a:r>
              <a:rPr lang="en-GB">
                <a:solidFill>
                  <a:srgbClr val="1B212C"/>
                </a:solidFill>
              </a:rPr>
              <a:t>principal</a:t>
            </a:r>
            <a:r>
              <a:rPr lang="en-GB">
                <a:solidFill>
                  <a:srgbClr val="1B212C"/>
                </a:solidFill>
              </a:rPr>
              <a:t> steps:</a:t>
            </a:r>
            <a:endParaRPr>
              <a:solidFill>
                <a:srgbClr val="1B212C"/>
              </a:solidFill>
            </a:endParaRPr>
          </a:p>
        </p:txBody>
      </p:sp>
      <p:sp>
        <p:nvSpPr>
          <p:cNvPr id="216" name="Google Shape;216;p21"/>
          <p:cNvSpPr txBox="1"/>
          <p:nvPr/>
        </p:nvSpPr>
        <p:spPr>
          <a:xfrm>
            <a:off x="2821725" y="2266825"/>
            <a:ext cx="921000" cy="30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800">
                <a:solidFill>
                  <a:srgbClr val="AF7B51"/>
                </a:solidFill>
                <a:latin typeface="Roboto"/>
                <a:ea typeface="Roboto"/>
                <a:cs typeface="Roboto"/>
                <a:sym typeface="Roboto"/>
              </a:rPr>
              <a:t>New Dataset</a:t>
            </a:r>
            <a:endParaRPr sz="800">
              <a:solidFill>
                <a:srgbClr val="AF7B51"/>
              </a:solidFill>
              <a:latin typeface="Roboto"/>
              <a:ea typeface="Roboto"/>
              <a:cs typeface="Roboto"/>
              <a:sym typeface="Roboto"/>
            </a:endParaRPr>
          </a:p>
          <a:p>
            <a:pPr indent="0" lvl="0" marL="0" rtl="0" algn="l">
              <a:spcBef>
                <a:spcPts val="1600"/>
              </a:spcBef>
              <a:spcAft>
                <a:spcPts val="1600"/>
              </a:spcAft>
              <a:buNone/>
            </a:pPr>
            <a:r>
              <a:t/>
            </a:r>
            <a:endParaRPr sz="800">
              <a:solidFill>
                <a:srgbClr val="AF7B51"/>
              </a:solidFill>
              <a:latin typeface="Roboto"/>
              <a:ea typeface="Roboto"/>
              <a:cs typeface="Roboto"/>
              <a:sym typeface="Roboto"/>
            </a:endParaRPr>
          </a:p>
        </p:txBody>
      </p:sp>
      <p:sp>
        <p:nvSpPr>
          <p:cNvPr id="217" name="Google Shape;217;p21"/>
          <p:cNvSpPr txBox="1"/>
          <p:nvPr/>
        </p:nvSpPr>
        <p:spPr>
          <a:xfrm>
            <a:off x="3135134" y="3260025"/>
            <a:ext cx="1136400" cy="4035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GB" sz="1200">
                <a:solidFill>
                  <a:srgbClr val="AF7B51"/>
                </a:solidFill>
                <a:latin typeface="Roboto"/>
                <a:ea typeface="Roboto"/>
                <a:cs typeface="Roboto"/>
                <a:sym typeface="Roboto"/>
              </a:rPr>
              <a:t>Outliers</a:t>
            </a:r>
            <a:endParaRPr sz="1200">
              <a:solidFill>
                <a:srgbClr val="AF7B51"/>
              </a:solidFill>
              <a:latin typeface="Roboto"/>
              <a:ea typeface="Roboto"/>
              <a:cs typeface="Roboto"/>
              <a:sym typeface="Roboto"/>
            </a:endParaRPr>
          </a:p>
        </p:txBody>
      </p:sp>
      <p:sp>
        <p:nvSpPr>
          <p:cNvPr id="218" name="Google Shape;218;p21"/>
          <p:cNvSpPr txBox="1"/>
          <p:nvPr/>
        </p:nvSpPr>
        <p:spPr>
          <a:xfrm>
            <a:off x="2708350" y="3813850"/>
            <a:ext cx="1449900" cy="472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n-GB" sz="1000">
                <a:solidFill>
                  <a:srgbClr val="1B212C"/>
                </a:solidFill>
                <a:latin typeface="Roboto"/>
                <a:ea typeface="Roboto"/>
                <a:cs typeface="Roboto"/>
                <a:sym typeface="Roboto"/>
              </a:rPr>
              <a:t>Handling</a:t>
            </a:r>
            <a:r>
              <a:rPr lang="en-GB" sz="1000">
                <a:solidFill>
                  <a:srgbClr val="1B212C"/>
                </a:solidFill>
                <a:latin typeface="Roboto"/>
                <a:ea typeface="Roboto"/>
                <a:cs typeface="Roboto"/>
                <a:sym typeface="Roboto"/>
              </a:rPr>
              <a:t> the </a:t>
            </a:r>
            <a:r>
              <a:rPr lang="en-GB" sz="1000">
                <a:solidFill>
                  <a:srgbClr val="1B212C"/>
                </a:solidFill>
                <a:latin typeface="Roboto"/>
                <a:ea typeface="Roboto"/>
                <a:cs typeface="Roboto"/>
                <a:sym typeface="Roboto"/>
              </a:rPr>
              <a:t>outliers using DBScan.</a:t>
            </a:r>
            <a:endParaRPr sz="1000">
              <a:solidFill>
                <a:srgbClr val="1B212C"/>
              </a:solidFill>
              <a:latin typeface="Roboto"/>
              <a:ea typeface="Roboto"/>
              <a:cs typeface="Roboto"/>
              <a:sym typeface="Roboto"/>
            </a:endParaRPr>
          </a:p>
        </p:txBody>
      </p:sp>
      <p:sp>
        <p:nvSpPr>
          <p:cNvPr id="219" name="Google Shape;219;p21"/>
          <p:cNvSpPr txBox="1"/>
          <p:nvPr/>
        </p:nvSpPr>
        <p:spPr>
          <a:xfrm>
            <a:off x="3909900" y="2266825"/>
            <a:ext cx="921000" cy="30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800">
                <a:solidFill>
                  <a:srgbClr val="AF7B51"/>
                </a:solidFill>
                <a:latin typeface="Roboto"/>
                <a:ea typeface="Roboto"/>
                <a:cs typeface="Roboto"/>
                <a:sym typeface="Roboto"/>
              </a:rPr>
              <a:t>New Dataset</a:t>
            </a:r>
            <a:endParaRPr sz="800">
              <a:solidFill>
                <a:srgbClr val="AF7B51"/>
              </a:solidFill>
              <a:latin typeface="Roboto"/>
              <a:ea typeface="Roboto"/>
              <a:cs typeface="Roboto"/>
              <a:sym typeface="Roboto"/>
            </a:endParaRPr>
          </a:p>
          <a:p>
            <a:pPr indent="0" lvl="0" marL="0" rtl="0" algn="l">
              <a:spcBef>
                <a:spcPts val="1600"/>
              </a:spcBef>
              <a:spcAft>
                <a:spcPts val="1600"/>
              </a:spcAft>
              <a:buNone/>
            </a:pPr>
            <a:r>
              <a:t/>
            </a:r>
            <a:endParaRPr sz="800">
              <a:solidFill>
                <a:srgbClr val="AF7B51"/>
              </a:solidFill>
              <a:latin typeface="Roboto"/>
              <a:ea typeface="Roboto"/>
              <a:cs typeface="Roboto"/>
              <a:sym typeface="Roboto"/>
            </a:endParaRPr>
          </a:p>
        </p:txBody>
      </p:sp>
      <p:sp>
        <p:nvSpPr>
          <p:cNvPr id="220" name="Google Shape;220;p21"/>
          <p:cNvSpPr txBox="1"/>
          <p:nvPr/>
        </p:nvSpPr>
        <p:spPr>
          <a:xfrm>
            <a:off x="4265522" y="3260025"/>
            <a:ext cx="1136400" cy="4035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GB" sz="1200">
                <a:solidFill>
                  <a:srgbClr val="AF7B51"/>
                </a:solidFill>
                <a:latin typeface="Roboto"/>
                <a:ea typeface="Roboto"/>
                <a:cs typeface="Roboto"/>
                <a:sym typeface="Roboto"/>
              </a:rPr>
              <a:t>Features</a:t>
            </a:r>
            <a:endParaRPr sz="1200">
              <a:solidFill>
                <a:srgbClr val="AF7B51"/>
              </a:solidFill>
              <a:latin typeface="Roboto"/>
              <a:ea typeface="Roboto"/>
              <a:cs typeface="Roboto"/>
              <a:sym typeface="Roboto"/>
            </a:endParaRPr>
          </a:p>
        </p:txBody>
      </p:sp>
      <p:sp>
        <p:nvSpPr>
          <p:cNvPr id="221" name="Google Shape;221;p21"/>
          <p:cNvSpPr txBox="1"/>
          <p:nvPr/>
        </p:nvSpPr>
        <p:spPr>
          <a:xfrm>
            <a:off x="4150475" y="3672250"/>
            <a:ext cx="1366500" cy="802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n-GB" sz="1000">
                <a:solidFill>
                  <a:srgbClr val="1B212C"/>
                </a:solidFill>
                <a:latin typeface="Roboto"/>
                <a:ea typeface="Roboto"/>
                <a:cs typeface="Roboto"/>
                <a:sym typeface="Roboto"/>
              </a:rPr>
              <a:t>Feature </a:t>
            </a:r>
            <a:r>
              <a:rPr lang="en-GB" sz="1000">
                <a:solidFill>
                  <a:srgbClr val="1B212C"/>
                </a:solidFill>
                <a:latin typeface="Roboto"/>
                <a:ea typeface="Roboto"/>
                <a:cs typeface="Roboto"/>
                <a:sym typeface="Roboto"/>
              </a:rPr>
              <a:t>extraction, dimensionality reduction (PCA), clustering (K-means)</a:t>
            </a:r>
            <a:endParaRPr sz="1000">
              <a:solidFill>
                <a:srgbClr val="1B212C"/>
              </a:solidFill>
              <a:latin typeface="Roboto"/>
              <a:ea typeface="Roboto"/>
              <a:cs typeface="Roboto"/>
              <a:sym typeface="Roboto"/>
            </a:endParaRPr>
          </a:p>
        </p:txBody>
      </p:sp>
      <p:sp>
        <p:nvSpPr>
          <p:cNvPr id="222" name="Google Shape;222;p21"/>
          <p:cNvSpPr txBox="1"/>
          <p:nvPr/>
        </p:nvSpPr>
        <p:spPr>
          <a:xfrm>
            <a:off x="5076004" y="2266825"/>
            <a:ext cx="846900" cy="21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800">
                <a:solidFill>
                  <a:srgbClr val="AF7B51"/>
                </a:solidFill>
                <a:latin typeface="Roboto"/>
                <a:ea typeface="Roboto"/>
                <a:cs typeface="Roboto"/>
                <a:sym typeface="Roboto"/>
              </a:rPr>
              <a:t>Model Save</a:t>
            </a:r>
            <a:endParaRPr sz="800">
              <a:solidFill>
                <a:srgbClr val="AF7B51"/>
              </a:solidFill>
              <a:latin typeface="Roboto"/>
              <a:ea typeface="Roboto"/>
              <a:cs typeface="Roboto"/>
              <a:sym typeface="Roboto"/>
            </a:endParaRPr>
          </a:p>
          <a:p>
            <a:pPr indent="0" lvl="0" marL="0" rtl="0" algn="l">
              <a:spcBef>
                <a:spcPts val="1600"/>
              </a:spcBef>
              <a:spcAft>
                <a:spcPts val="1600"/>
              </a:spcAft>
              <a:buNone/>
            </a:pPr>
            <a:r>
              <a:t/>
            </a:r>
            <a:endParaRPr sz="800">
              <a:solidFill>
                <a:srgbClr val="AF7B51"/>
              </a:solidFill>
              <a:latin typeface="Roboto"/>
              <a:ea typeface="Roboto"/>
              <a:cs typeface="Roboto"/>
              <a:sym typeface="Roboto"/>
            </a:endParaRPr>
          </a:p>
        </p:txBody>
      </p:sp>
      <p:sp>
        <p:nvSpPr>
          <p:cNvPr id="223" name="Google Shape;223;p21"/>
          <p:cNvSpPr txBox="1"/>
          <p:nvPr/>
        </p:nvSpPr>
        <p:spPr>
          <a:xfrm>
            <a:off x="5399659" y="3260025"/>
            <a:ext cx="1136400" cy="4035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GB" sz="1200">
                <a:solidFill>
                  <a:srgbClr val="AF7B51"/>
                </a:solidFill>
                <a:latin typeface="Roboto"/>
                <a:ea typeface="Roboto"/>
                <a:cs typeface="Roboto"/>
                <a:sym typeface="Roboto"/>
              </a:rPr>
              <a:t>Modeling</a:t>
            </a:r>
            <a:endParaRPr sz="1200">
              <a:solidFill>
                <a:srgbClr val="AF7B51"/>
              </a:solidFill>
              <a:latin typeface="Roboto"/>
              <a:ea typeface="Roboto"/>
              <a:cs typeface="Roboto"/>
              <a:sym typeface="Roboto"/>
            </a:endParaRPr>
          </a:p>
        </p:txBody>
      </p:sp>
      <p:sp>
        <p:nvSpPr>
          <p:cNvPr id="224" name="Google Shape;224;p21"/>
          <p:cNvSpPr txBox="1"/>
          <p:nvPr/>
        </p:nvSpPr>
        <p:spPr>
          <a:xfrm>
            <a:off x="5525099" y="3672250"/>
            <a:ext cx="12912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n-GB" sz="1000">
                <a:latin typeface="Roboto"/>
                <a:ea typeface="Roboto"/>
                <a:cs typeface="Roboto"/>
                <a:sym typeface="Roboto"/>
              </a:rPr>
              <a:t>Training and testing different models.</a:t>
            </a:r>
            <a:endParaRPr sz="1000">
              <a:latin typeface="Roboto"/>
              <a:ea typeface="Roboto"/>
              <a:cs typeface="Roboto"/>
              <a:sym typeface="Roboto"/>
            </a:endParaRPr>
          </a:p>
        </p:txBody>
      </p:sp>
      <p:cxnSp>
        <p:nvCxnSpPr>
          <p:cNvPr id="225" name="Google Shape;225;p21"/>
          <p:cNvCxnSpPr/>
          <p:nvPr/>
        </p:nvCxnSpPr>
        <p:spPr>
          <a:xfrm>
            <a:off x="3603529" y="2442608"/>
            <a:ext cx="639000" cy="660000"/>
          </a:xfrm>
          <a:prstGeom prst="straightConnector1">
            <a:avLst/>
          </a:prstGeom>
          <a:noFill/>
          <a:ln cap="flat" cmpd="sng" w="9525">
            <a:solidFill>
              <a:srgbClr val="C4A15A"/>
            </a:solidFill>
            <a:prstDash val="solid"/>
            <a:round/>
            <a:headEnd len="med" w="med" type="none"/>
            <a:tailEnd len="med" w="med" type="none"/>
          </a:ln>
        </p:spPr>
      </p:cxnSp>
      <p:sp>
        <p:nvSpPr>
          <p:cNvPr id="226" name="Google Shape;226;p21"/>
          <p:cNvSpPr/>
          <p:nvPr/>
        </p:nvSpPr>
        <p:spPr>
          <a:xfrm flipH="1">
            <a:off x="3069949" y="2981608"/>
            <a:ext cx="1185000" cy="128100"/>
          </a:xfrm>
          <a:prstGeom prst="parallelogram">
            <a:avLst>
              <a:gd fmla="val 96952" name="adj"/>
            </a:avLst>
          </a:prstGeom>
          <a:solidFill>
            <a:srgbClr val="C4A15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227" name="Google Shape;227;p21"/>
          <p:cNvSpPr/>
          <p:nvPr/>
        </p:nvSpPr>
        <p:spPr>
          <a:xfrm>
            <a:off x="3069576" y="3123188"/>
            <a:ext cx="1185000" cy="128100"/>
          </a:xfrm>
          <a:prstGeom prst="parallelogram">
            <a:avLst>
              <a:gd fmla="val 96952" name="adj"/>
            </a:avLst>
          </a:prstGeom>
          <a:solidFill>
            <a:srgbClr val="C4A15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228" name="Google Shape;228;p21"/>
          <p:cNvCxnSpPr/>
          <p:nvPr/>
        </p:nvCxnSpPr>
        <p:spPr>
          <a:xfrm>
            <a:off x="4691827" y="2442608"/>
            <a:ext cx="639000" cy="660000"/>
          </a:xfrm>
          <a:prstGeom prst="straightConnector1">
            <a:avLst/>
          </a:prstGeom>
          <a:noFill/>
          <a:ln cap="flat" cmpd="sng" w="9525">
            <a:solidFill>
              <a:srgbClr val="C4A15A"/>
            </a:solidFill>
            <a:prstDash val="solid"/>
            <a:round/>
            <a:headEnd len="med" w="med" type="none"/>
            <a:tailEnd len="med" w="med" type="none"/>
          </a:ln>
        </p:spPr>
      </p:cxnSp>
      <p:sp>
        <p:nvSpPr>
          <p:cNvPr id="229" name="Google Shape;229;p21"/>
          <p:cNvSpPr/>
          <p:nvPr/>
        </p:nvSpPr>
        <p:spPr>
          <a:xfrm flipH="1">
            <a:off x="4158247" y="2981608"/>
            <a:ext cx="1185000" cy="128100"/>
          </a:xfrm>
          <a:prstGeom prst="parallelogram">
            <a:avLst>
              <a:gd fmla="val 96952" name="adj"/>
            </a:avLst>
          </a:prstGeom>
          <a:solidFill>
            <a:srgbClr val="C4A15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230" name="Google Shape;230;p21"/>
          <p:cNvSpPr/>
          <p:nvPr/>
        </p:nvSpPr>
        <p:spPr>
          <a:xfrm>
            <a:off x="4157875" y="3123188"/>
            <a:ext cx="1185000" cy="128100"/>
          </a:xfrm>
          <a:prstGeom prst="parallelogram">
            <a:avLst>
              <a:gd fmla="val 96952" name="adj"/>
            </a:avLst>
          </a:prstGeom>
          <a:solidFill>
            <a:srgbClr val="C4A15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231" name="Google Shape;231;p21"/>
          <p:cNvCxnSpPr/>
          <p:nvPr/>
        </p:nvCxnSpPr>
        <p:spPr>
          <a:xfrm>
            <a:off x="5783748" y="2442608"/>
            <a:ext cx="639000" cy="660000"/>
          </a:xfrm>
          <a:prstGeom prst="straightConnector1">
            <a:avLst/>
          </a:prstGeom>
          <a:noFill/>
          <a:ln cap="flat" cmpd="sng" w="9525">
            <a:solidFill>
              <a:srgbClr val="C4A15A"/>
            </a:solidFill>
            <a:prstDash val="solid"/>
            <a:round/>
            <a:headEnd len="med" w="med" type="none"/>
            <a:tailEnd len="med" w="med" type="none"/>
          </a:ln>
        </p:spPr>
      </p:cxnSp>
      <p:sp>
        <p:nvSpPr>
          <p:cNvPr id="232" name="Google Shape;232;p21"/>
          <p:cNvSpPr/>
          <p:nvPr/>
        </p:nvSpPr>
        <p:spPr>
          <a:xfrm flipH="1">
            <a:off x="5250168" y="2981608"/>
            <a:ext cx="1185000" cy="128100"/>
          </a:xfrm>
          <a:prstGeom prst="parallelogram">
            <a:avLst>
              <a:gd fmla="val 96952" name="adj"/>
            </a:avLst>
          </a:prstGeom>
          <a:solidFill>
            <a:srgbClr val="C4A15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233" name="Google Shape;233;p21"/>
          <p:cNvSpPr/>
          <p:nvPr/>
        </p:nvSpPr>
        <p:spPr>
          <a:xfrm>
            <a:off x="5249795" y="3123188"/>
            <a:ext cx="1185000" cy="128100"/>
          </a:xfrm>
          <a:prstGeom prst="parallelogram">
            <a:avLst>
              <a:gd fmla="val 96952" name="adj"/>
            </a:avLst>
          </a:prstGeom>
          <a:solidFill>
            <a:srgbClr val="C4A15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22"/>
          <p:cNvSpPr txBox="1"/>
          <p:nvPr>
            <p:ph type="title"/>
          </p:nvPr>
        </p:nvSpPr>
        <p:spPr>
          <a:xfrm>
            <a:off x="515975" y="85605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Outliers</a:t>
            </a:r>
            <a:endParaRPr/>
          </a:p>
        </p:txBody>
      </p:sp>
      <p:pic>
        <p:nvPicPr>
          <p:cNvPr id="239" name="Google Shape;239;p22"/>
          <p:cNvPicPr preferRelativeResize="0"/>
          <p:nvPr/>
        </p:nvPicPr>
        <p:blipFill>
          <a:blip r:embed="rId3">
            <a:alphaModFix/>
          </a:blip>
          <a:stretch>
            <a:fillRect/>
          </a:stretch>
        </p:blipFill>
        <p:spPr>
          <a:xfrm>
            <a:off x="2029725" y="1360900"/>
            <a:ext cx="5084533" cy="30280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3" name="Shape 243"/>
        <p:cNvGrpSpPr/>
        <p:nvPr/>
      </p:nvGrpSpPr>
      <p:grpSpPr>
        <a:xfrm>
          <a:off x="0" y="0"/>
          <a:ext cx="0" cy="0"/>
          <a:chOff x="0" y="0"/>
          <a:chExt cx="0" cy="0"/>
        </a:xfrm>
      </p:grpSpPr>
      <p:sp>
        <p:nvSpPr>
          <p:cNvPr id="244" name="Google Shape;244;p23"/>
          <p:cNvSpPr txBox="1"/>
          <p:nvPr>
            <p:ph type="title"/>
          </p:nvPr>
        </p:nvSpPr>
        <p:spPr>
          <a:xfrm>
            <a:off x="505525" y="699225"/>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Feature</a:t>
            </a:r>
            <a:endParaRPr/>
          </a:p>
        </p:txBody>
      </p:sp>
      <p:pic>
        <p:nvPicPr>
          <p:cNvPr id="245" name="Google Shape;245;p23"/>
          <p:cNvPicPr preferRelativeResize="0"/>
          <p:nvPr/>
        </p:nvPicPr>
        <p:blipFill>
          <a:blip r:embed="rId3">
            <a:alphaModFix/>
          </a:blip>
          <a:stretch>
            <a:fillRect/>
          </a:stretch>
        </p:blipFill>
        <p:spPr>
          <a:xfrm>
            <a:off x="1947400" y="1377600"/>
            <a:ext cx="5249198" cy="30280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24"/>
          <p:cNvSpPr txBox="1"/>
          <p:nvPr>
            <p:ph type="title"/>
          </p:nvPr>
        </p:nvSpPr>
        <p:spPr>
          <a:xfrm>
            <a:off x="515975" y="6156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Modeling</a:t>
            </a:r>
            <a:endParaRPr/>
          </a:p>
        </p:txBody>
      </p:sp>
      <p:pic>
        <p:nvPicPr>
          <p:cNvPr id="251" name="Google Shape;251;p24"/>
          <p:cNvPicPr preferRelativeResize="0"/>
          <p:nvPr/>
        </p:nvPicPr>
        <p:blipFill>
          <a:blip r:embed="rId3">
            <a:alphaModFix/>
          </a:blip>
          <a:stretch>
            <a:fillRect/>
          </a:stretch>
        </p:blipFill>
        <p:spPr>
          <a:xfrm>
            <a:off x="2014700" y="1377625"/>
            <a:ext cx="5114607" cy="302805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25"/>
          <p:cNvSpPr txBox="1"/>
          <p:nvPr>
            <p:ph type="title"/>
          </p:nvPr>
        </p:nvSpPr>
        <p:spPr>
          <a:xfrm>
            <a:off x="515975" y="61245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Results</a:t>
            </a:r>
            <a:endParaRPr/>
          </a:p>
        </p:txBody>
      </p:sp>
      <p:pic>
        <p:nvPicPr>
          <p:cNvPr id="257" name="Google Shape;257;p25"/>
          <p:cNvPicPr preferRelativeResize="0"/>
          <p:nvPr/>
        </p:nvPicPr>
        <p:blipFill>
          <a:blip r:embed="rId3">
            <a:alphaModFix/>
          </a:blip>
          <a:stretch>
            <a:fillRect/>
          </a:stretch>
        </p:blipFill>
        <p:spPr>
          <a:xfrm>
            <a:off x="664650" y="1567050"/>
            <a:ext cx="4133850" cy="2691000"/>
          </a:xfrm>
          <a:prstGeom prst="rect">
            <a:avLst/>
          </a:prstGeom>
          <a:noFill/>
          <a:ln>
            <a:noFill/>
          </a:ln>
        </p:spPr>
      </p:pic>
      <p:pic>
        <p:nvPicPr>
          <p:cNvPr id="258" name="Google Shape;258;p25"/>
          <p:cNvPicPr preferRelativeResize="0"/>
          <p:nvPr/>
        </p:nvPicPr>
        <p:blipFill>
          <a:blip r:embed="rId4">
            <a:alphaModFix/>
          </a:blip>
          <a:stretch>
            <a:fillRect/>
          </a:stretch>
        </p:blipFill>
        <p:spPr>
          <a:xfrm>
            <a:off x="5295875" y="1398525"/>
            <a:ext cx="3284487" cy="3028051"/>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26"/>
          <p:cNvSpPr txBox="1"/>
          <p:nvPr>
            <p:ph type="title"/>
          </p:nvPr>
        </p:nvSpPr>
        <p:spPr>
          <a:xfrm>
            <a:off x="515975" y="85605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Why Random Forest Works Better?</a:t>
            </a:r>
            <a:endParaRPr/>
          </a:p>
        </p:txBody>
      </p:sp>
      <p:sp>
        <p:nvSpPr>
          <p:cNvPr id="264" name="Google Shape;264;p26"/>
          <p:cNvSpPr txBox="1"/>
          <p:nvPr/>
        </p:nvSpPr>
        <p:spPr>
          <a:xfrm>
            <a:off x="1317250" y="1714500"/>
            <a:ext cx="5749800" cy="23523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Clr>
                <a:schemeClr val="dk2"/>
              </a:buClr>
              <a:buSzPts val="1400"/>
              <a:buFont typeface="Calibri"/>
              <a:buChar char="-"/>
            </a:pPr>
            <a:r>
              <a:rPr lang="en-GB">
                <a:solidFill>
                  <a:schemeClr val="dk2"/>
                </a:solidFill>
                <a:latin typeface="Calibri"/>
                <a:ea typeface="Calibri"/>
                <a:cs typeface="Calibri"/>
                <a:sym typeface="Calibri"/>
              </a:rPr>
              <a:t>Random Forest gives better results because it uses many decision trees together, which makes it more accurate and less likely to make mistakes.</a:t>
            </a:r>
            <a:endParaRPr>
              <a:solidFill>
                <a:schemeClr val="dk2"/>
              </a:solidFill>
              <a:latin typeface="Calibri"/>
              <a:ea typeface="Calibri"/>
              <a:cs typeface="Calibri"/>
              <a:sym typeface="Calibri"/>
            </a:endParaRPr>
          </a:p>
          <a:p>
            <a:pPr indent="-317500" lvl="0" marL="457200" rtl="0" algn="l">
              <a:spcBef>
                <a:spcPts val="0"/>
              </a:spcBef>
              <a:spcAft>
                <a:spcPts val="0"/>
              </a:spcAft>
              <a:buClr>
                <a:schemeClr val="dk2"/>
              </a:buClr>
              <a:buSzPts val="1400"/>
              <a:buFont typeface="Calibri"/>
              <a:buChar char="-"/>
            </a:pPr>
            <a:r>
              <a:rPr lang="en-GB">
                <a:solidFill>
                  <a:schemeClr val="dk2"/>
                </a:solidFill>
                <a:latin typeface="Calibri"/>
                <a:ea typeface="Calibri"/>
                <a:cs typeface="Calibri"/>
                <a:sym typeface="Calibri"/>
              </a:rPr>
              <a:t>Works well even if the sensor data has some errors or fluctuations.</a:t>
            </a:r>
            <a:endParaRPr>
              <a:solidFill>
                <a:schemeClr val="dk2"/>
              </a:solidFill>
              <a:latin typeface="Calibri"/>
              <a:ea typeface="Calibri"/>
              <a:cs typeface="Calibri"/>
              <a:sym typeface="Calibri"/>
            </a:endParaRPr>
          </a:p>
          <a:p>
            <a:pPr indent="-317500" lvl="0" marL="457200" rtl="0" algn="l">
              <a:spcBef>
                <a:spcPts val="0"/>
              </a:spcBef>
              <a:spcAft>
                <a:spcPts val="0"/>
              </a:spcAft>
              <a:buClr>
                <a:schemeClr val="dk2"/>
              </a:buClr>
              <a:buSzPts val="1400"/>
              <a:buFont typeface="Calibri"/>
              <a:buChar char="-"/>
            </a:pPr>
            <a:r>
              <a:rPr lang="en-GB">
                <a:solidFill>
                  <a:schemeClr val="dk2"/>
                </a:solidFill>
                <a:latin typeface="Calibri"/>
                <a:ea typeface="Calibri"/>
                <a:cs typeface="Calibri"/>
                <a:sym typeface="Calibri"/>
              </a:rPr>
              <a:t>Automatically selects the most useful data for making predictions.</a:t>
            </a:r>
            <a:endParaRPr>
              <a:solidFill>
                <a:schemeClr val="dk2"/>
              </a:solidFill>
              <a:latin typeface="Calibri"/>
              <a:ea typeface="Calibri"/>
              <a:cs typeface="Calibri"/>
              <a:sym typeface="Calibri"/>
            </a:endParaRPr>
          </a:p>
          <a:p>
            <a:pPr indent="-317500" lvl="0" marL="457200" rtl="0" algn="l">
              <a:spcBef>
                <a:spcPts val="0"/>
              </a:spcBef>
              <a:spcAft>
                <a:spcPts val="0"/>
              </a:spcAft>
              <a:buClr>
                <a:schemeClr val="dk2"/>
              </a:buClr>
              <a:buSzPts val="1400"/>
              <a:buFont typeface="Calibri"/>
              <a:buChar char="-"/>
            </a:pPr>
            <a:r>
              <a:rPr lang="en-GB">
                <a:solidFill>
                  <a:schemeClr val="dk2"/>
                </a:solidFill>
                <a:latin typeface="Calibri"/>
                <a:ea typeface="Calibri"/>
                <a:cs typeface="Calibri"/>
                <a:sym typeface="Calibri"/>
              </a:rPr>
              <a:t>Works well without needing special data scaling or transformation.</a:t>
            </a:r>
            <a:endParaRPr>
              <a:solidFill>
                <a:schemeClr val="dk2"/>
              </a:solidFill>
              <a:latin typeface="Calibri"/>
              <a:ea typeface="Calibri"/>
              <a:cs typeface="Calibri"/>
              <a:sym typeface="Calibri"/>
            </a:endParaRPr>
          </a:p>
          <a:p>
            <a:pPr indent="-317500" lvl="0" marL="457200" rtl="0" algn="l">
              <a:spcBef>
                <a:spcPts val="0"/>
              </a:spcBef>
              <a:spcAft>
                <a:spcPts val="0"/>
              </a:spcAft>
              <a:buClr>
                <a:schemeClr val="dk2"/>
              </a:buClr>
              <a:buSzPts val="1400"/>
              <a:buFont typeface="Calibri"/>
              <a:buChar char="-"/>
            </a:pPr>
            <a:r>
              <a:rPr lang="en-GB">
                <a:solidFill>
                  <a:schemeClr val="dk2"/>
                </a:solidFill>
                <a:latin typeface="Calibri"/>
                <a:ea typeface="Calibri"/>
                <a:cs typeface="Calibri"/>
                <a:sym typeface="Calibri"/>
              </a:rPr>
              <a:t>Avoids Overfitting.</a:t>
            </a:r>
            <a:endParaRPr>
              <a:solidFill>
                <a:schemeClr val="dk2"/>
              </a:solidFill>
              <a:latin typeface="Calibri"/>
              <a:ea typeface="Calibri"/>
              <a:cs typeface="Calibri"/>
              <a:sym typeface="Calibri"/>
            </a:endParaRPr>
          </a:p>
          <a:p>
            <a:pPr indent="-317500" lvl="0" marL="457200" rtl="0" algn="l">
              <a:spcBef>
                <a:spcPts val="0"/>
              </a:spcBef>
              <a:spcAft>
                <a:spcPts val="0"/>
              </a:spcAft>
              <a:buClr>
                <a:schemeClr val="dk2"/>
              </a:buClr>
              <a:buSzPts val="1400"/>
              <a:buFont typeface="Calibri"/>
              <a:buChar char="-"/>
            </a:pPr>
            <a:r>
              <a:rPr lang="en-GB">
                <a:solidFill>
                  <a:schemeClr val="dk2"/>
                </a:solidFill>
                <a:latin typeface="Calibri"/>
                <a:ea typeface="Calibri"/>
                <a:cs typeface="Calibri"/>
                <a:sym typeface="Calibri"/>
              </a:rPr>
              <a:t>Works</a:t>
            </a:r>
            <a:r>
              <a:rPr lang="en-GB">
                <a:solidFill>
                  <a:schemeClr val="dk2"/>
                </a:solidFill>
                <a:latin typeface="Calibri"/>
                <a:ea typeface="Calibri"/>
                <a:cs typeface="Calibri"/>
                <a:sym typeface="Calibri"/>
              </a:rPr>
              <a:t> better with complex patterns</a:t>
            </a:r>
            <a:endParaRPr>
              <a:solidFill>
                <a:schemeClr val="dk2"/>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p27"/>
          <p:cNvSpPr txBox="1"/>
          <p:nvPr>
            <p:ph type="title"/>
          </p:nvPr>
        </p:nvSpPr>
        <p:spPr>
          <a:xfrm>
            <a:off x="515975" y="85605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Improvements</a:t>
            </a:r>
            <a:endParaRPr/>
          </a:p>
        </p:txBody>
      </p:sp>
      <p:sp>
        <p:nvSpPr>
          <p:cNvPr id="270" name="Google Shape;270;p27"/>
          <p:cNvSpPr txBox="1"/>
          <p:nvPr/>
        </p:nvSpPr>
        <p:spPr>
          <a:xfrm>
            <a:off x="2090850" y="1986300"/>
            <a:ext cx="4830000" cy="19863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Clr>
                <a:schemeClr val="dk2"/>
              </a:buClr>
              <a:buSzPts val="1400"/>
              <a:buFont typeface="Calibri"/>
              <a:buAutoNum type="arabicPeriod"/>
            </a:pPr>
            <a:r>
              <a:rPr lang="en-GB">
                <a:solidFill>
                  <a:schemeClr val="dk2"/>
                </a:solidFill>
                <a:latin typeface="Calibri"/>
                <a:ea typeface="Calibri"/>
                <a:cs typeface="Calibri"/>
                <a:sym typeface="Calibri"/>
              </a:rPr>
              <a:t>Model can be more accurate by first using a low-pass filter to remove noise from the accelerometer and gyroscope data.</a:t>
            </a:r>
            <a:endParaRPr>
              <a:solidFill>
                <a:schemeClr val="dk2"/>
              </a:solidFill>
              <a:latin typeface="Calibri"/>
              <a:ea typeface="Calibri"/>
              <a:cs typeface="Calibri"/>
              <a:sym typeface="Calibri"/>
            </a:endParaRPr>
          </a:p>
          <a:p>
            <a:pPr indent="-317500" lvl="0" marL="457200" rtl="0" algn="l">
              <a:spcBef>
                <a:spcPts val="0"/>
              </a:spcBef>
              <a:spcAft>
                <a:spcPts val="0"/>
              </a:spcAft>
              <a:buClr>
                <a:schemeClr val="dk2"/>
              </a:buClr>
              <a:buSzPts val="1400"/>
              <a:buFont typeface="Calibri"/>
              <a:buAutoNum type="arabicPeriod"/>
            </a:pPr>
            <a:r>
              <a:rPr lang="en-GB">
                <a:solidFill>
                  <a:schemeClr val="dk2"/>
                </a:solidFill>
                <a:latin typeface="Calibri"/>
                <a:ea typeface="Calibri"/>
                <a:cs typeface="Calibri"/>
                <a:sym typeface="Calibri"/>
              </a:rPr>
              <a:t>Applying Fast Fourier Transform (FFT) changes the data from time-based to frequency-based, making it easier for the model to find patterns and improve predictions.</a:t>
            </a:r>
            <a:endParaRPr>
              <a:solidFill>
                <a:schemeClr val="dk2"/>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28"/>
          <p:cNvSpPr txBox="1"/>
          <p:nvPr>
            <p:ph type="title"/>
          </p:nvPr>
        </p:nvSpPr>
        <p:spPr>
          <a:xfrm>
            <a:off x="515975" y="85605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Conclusion:</a:t>
            </a:r>
            <a:endParaRPr/>
          </a:p>
        </p:txBody>
      </p:sp>
      <p:sp>
        <p:nvSpPr>
          <p:cNvPr id="276" name="Google Shape;276;p28"/>
          <p:cNvSpPr txBox="1"/>
          <p:nvPr/>
        </p:nvSpPr>
        <p:spPr>
          <a:xfrm>
            <a:off x="1754550" y="1803300"/>
            <a:ext cx="5634900" cy="1536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2"/>
                </a:solidFill>
                <a:latin typeface="Calibri"/>
                <a:ea typeface="Calibri"/>
                <a:cs typeface="Calibri"/>
                <a:sym typeface="Calibri"/>
              </a:rPr>
              <a:t>The Fitness Tracker project shows how machine learning can recognize gym exercises using sensor data. The model predicts exercises based on movement patterns, with Random Forest giving the best results. This project proves that machine learning can be used to create models that help people track and improve their daily exercises.</a:t>
            </a:r>
            <a:endParaRPr>
              <a:solidFill>
                <a:schemeClr val="dk2"/>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sp>
        <p:nvSpPr>
          <p:cNvPr id="281" name="Google Shape;281;p29"/>
          <p:cNvSpPr txBox="1"/>
          <p:nvPr>
            <p:ph type="title"/>
          </p:nvPr>
        </p:nvSpPr>
        <p:spPr>
          <a:xfrm>
            <a:off x="645300" y="1833775"/>
            <a:ext cx="3063300" cy="692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Thank you!</a:t>
            </a:r>
            <a:endParaRPr/>
          </a:p>
        </p:txBody>
      </p:sp>
      <p:sp>
        <p:nvSpPr>
          <p:cNvPr id="282" name="Google Shape;282;p29"/>
          <p:cNvSpPr txBox="1"/>
          <p:nvPr>
            <p:ph idx="1" type="body"/>
          </p:nvPr>
        </p:nvSpPr>
        <p:spPr>
          <a:xfrm>
            <a:off x="665525" y="3316250"/>
            <a:ext cx="3063300" cy="970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latin typeface="Arial"/>
                <a:ea typeface="Arial"/>
                <a:cs typeface="Arial"/>
                <a:sym typeface="Arial"/>
              </a:rPr>
              <a:t>GJEKA SILVER.</a:t>
            </a:r>
            <a:endParaRPr>
              <a:latin typeface="Arial"/>
              <a:ea typeface="Arial"/>
              <a:cs typeface="Arial"/>
              <a:sym typeface="Arial"/>
            </a:endParaRPr>
          </a:p>
          <a:p>
            <a:pPr indent="0" lvl="0" marL="0" rtl="0" algn="l">
              <a:spcBef>
                <a:spcPts val="1200"/>
              </a:spcBef>
              <a:spcAft>
                <a:spcPts val="1200"/>
              </a:spcAft>
              <a:buNone/>
            </a:pPr>
            <a:r>
              <a:rPr lang="en-GB">
                <a:latin typeface="Arial"/>
                <a:ea typeface="Arial"/>
                <a:cs typeface="Arial"/>
                <a:sym typeface="Arial"/>
              </a:rPr>
              <a:t>VR527645</a:t>
            </a:r>
            <a:endParaRPr>
              <a:latin typeface="Arial"/>
              <a:ea typeface="Arial"/>
              <a:cs typeface="Arial"/>
              <a:sym typeface="Arial"/>
            </a:endParaRPr>
          </a:p>
        </p:txBody>
      </p:sp>
      <p:grpSp>
        <p:nvGrpSpPr>
          <p:cNvPr id="283" name="Google Shape;283;p29"/>
          <p:cNvGrpSpPr/>
          <p:nvPr/>
        </p:nvGrpSpPr>
        <p:grpSpPr>
          <a:xfrm>
            <a:off x="4066820" y="1553491"/>
            <a:ext cx="3159984" cy="2439109"/>
            <a:chOff x="3553042" y="1657806"/>
            <a:chExt cx="3461100" cy="2671532"/>
          </a:xfrm>
        </p:grpSpPr>
        <p:sp>
          <p:nvSpPr>
            <p:cNvPr id="284" name="Google Shape;284;p29"/>
            <p:cNvSpPr/>
            <p:nvPr/>
          </p:nvSpPr>
          <p:spPr>
            <a:xfrm>
              <a:off x="4856024" y="3625653"/>
              <a:ext cx="944700" cy="663300"/>
            </a:xfrm>
            <a:prstGeom prst="trapezoid">
              <a:avLst>
                <a:gd fmla="val 25000" name="adj"/>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29"/>
            <p:cNvSpPr/>
            <p:nvPr/>
          </p:nvSpPr>
          <p:spPr>
            <a:xfrm rot="10800000">
              <a:off x="4953871" y="3681997"/>
              <a:ext cx="400200" cy="606600"/>
            </a:xfrm>
            <a:prstGeom prst="triangle">
              <a:avLst>
                <a:gd fmla="val 96745"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29"/>
            <p:cNvSpPr/>
            <p:nvPr/>
          </p:nvSpPr>
          <p:spPr>
            <a:xfrm>
              <a:off x="4767796" y="3681816"/>
              <a:ext cx="163500" cy="606600"/>
            </a:xfrm>
            <a:prstGeom prst="triangle">
              <a:avLst>
                <a:gd fmla="val 98558"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29"/>
            <p:cNvSpPr/>
            <p:nvPr/>
          </p:nvSpPr>
          <p:spPr>
            <a:xfrm rot="10800000">
              <a:off x="4678237" y="4276102"/>
              <a:ext cx="1210800" cy="45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29"/>
            <p:cNvSpPr/>
            <p:nvPr/>
          </p:nvSpPr>
          <p:spPr>
            <a:xfrm rot="10800000">
              <a:off x="4668343" y="4283738"/>
              <a:ext cx="1230600" cy="45600"/>
            </a:xfrm>
            <a:prstGeom prst="roundRect">
              <a:avLst>
                <a:gd fmla="val 5000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29"/>
            <p:cNvSpPr/>
            <p:nvPr/>
          </p:nvSpPr>
          <p:spPr>
            <a:xfrm>
              <a:off x="4926950" y="3681915"/>
              <a:ext cx="42900" cy="5943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29"/>
            <p:cNvSpPr/>
            <p:nvPr/>
          </p:nvSpPr>
          <p:spPr>
            <a:xfrm>
              <a:off x="3553042" y="1674645"/>
              <a:ext cx="3461100" cy="2014500"/>
            </a:xfrm>
            <a:prstGeom prst="roundRect">
              <a:avLst>
                <a:gd fmla="val 1882"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29"/>
            <p:cNvSpPr/>
            <p:nvPr/>
          </p:nvSpPr>
          <p:spPr>
            <a:xfrm>
              <a:off x="3553042" y="1657806"/>
              <a:ext cx="3461100" cy="2014500"/>
            </a:xfrm>
            <a:prstGeom prst="roundRect">
              <a:avLst>
                <a:gd fmla="val 1764"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292" name="Google Shape;292;p29"/>
          <p:cNvPicPr preferRelativeResize="0"/>
          <p:nvPr/>
        </p:nvPicPr>
        <p:blipFill rotWithShape="1">
          <a:blip r:embed="rId3">
            <a:alphaModFix/>
          </a:blip>
          <a:srcRect b="26215" l="45356" r="19582" t="50734"/>
          <a:stretch/>
        </p:blipFill>
        <p:spPr>
          <a:xfrm>
            <a:off x="4115130" y="1605638"/>
            <a:ext cx="3063300" cy="1745700"/>
          </a:xfrm>
          <a:prstGeom prst="rect">
            <a:avLst/>
          </a:prstGeom>
          <a:noFill/>
          <a:ln>
            <a:noFill/>
          </a:ln>
        </p:spPr>
      </p:pic>
      <p:sp>
        <p:nvSpPr>
          <p:cNvPr id="293" name="Google Shape;293;p29"/>
          <p:cNvSpPr/>
          <p:nvPr/>
        </p:nvSpPr>
        <p:spPr>
          <a:xfrm flipH="1">
            <a:off x="4114917" y="1606596"/>
            <a:ext cx="3063300" cy="17433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94" name="Google Shape;294;p29"/>
          <p:cNvGrpSpPr/>
          <p:nvPr/>
        </p:nvGrpSpPr>
        <p:grpSpPr>
          <a:xfrm>
            <a:off x="6762480" y="2546254"/>
            <a:ext cx="1024386" cy="1522884"/>
            <a:chOff x="6505573" y="2745170"/>
            <a:chExt cx="1122000" cy="1668000"/>
          </a:xfrm>
        </p:grpSpPr>
        <p:sp>
          <p:nvSpPr>
            <p:cNvPr id="295" name="Google Shape;295;p29"/>
            <p:cNvSpPr/>
            <p:nvPr/>
          </p:nvSpPr>
          <p:spPr>
            <a:xfrm>
              <a:off x="6517841" y="2745170"/>
              <a:ext cx="1109700" cy="16680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29"/>
            <p:cNvSpPr/>
            <p:nvPr/>
          </p:nvSpPr>
          <p:spPr>
            <a:xfrm rot="-5400000">
              <a:off x="6238873" y="3024453"/>
              <a:ext cx="1655400" cy="1122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29"/>
            <p:cNvSpPr/>
            <p:nvPr/>
          </p:nvSpPr>
          <p:spPr>
            <a:xfrm rot="-5400000">
              <a:off x="6238873" y="3012061"/>
              <a:ext cx="1655400" cy="1122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29"/>
            <p:cNvSpPr/>
            <p:nvPr/>
          </p:nvSpPr>
          <p:spPr>
            <a:xfrm>
              <a:off x="6954127" y="4329594"/>
              <a:ext cx="224700" cy="315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299" name="Google Shape;299;p29"/>
          <p:cNvPicPr preferRelativeResize="0"/>
          <p:nvPr/>
        </p:nvPicPr>
        <p:blipFill rotWithShape="1">
          <a:blip r:embed="rId3">
            <a:alphaModFix/>
          </a:blip>
          <a:srcRect b="16020" l="53168" r="26238" t="53058"/>
          <a:stretch/>
        </p:blipFill>
        <p:spPr>
          <a:xfrm>
            <a:off x="6762097" y="2613771"/>
            <a:ext cx="1024200" cy="1333200"/>
          </a:xfrm>
          <a:prstGeom prst="rect">
            <a:avLst/>
          </a:prstGeom>
          <a:noFill/>
          <a:ln>
            <a:noFill/>
          </a:ln>
        </p:spPr>
      </p:pic>
      <p:sp>
        <p:nvSpPr>
          <p:cNvPr id="300" name="Google Shape;300;p29"/>
          <p:cNvSpPr/>
          <p:nvPr/>
        </p:nvSpPr>
        <p:spPr>
          <a:xfrm flipH="1">
            <a:off x="6762011" y="2613990"/>
            <a:ext cx="1024200" cy="13332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01" name="Google Shape;301;p29"/>
          <p:cNvGrpSpPr/>
          <p:nvPr/>
        </p:nvGrpSpPr>
        <p:grpSpPr>
          <a:xfrm>
            <a:off x="6405845" y="3121897"/>
            <a:ext cx="520684" cy="1036470"/>
            <a:chOff x="9543736" y="4486132"/>
            <a:chExt cx="570300" cy="1135235"/>
          </a:xfrm>
        </p:grpSpPr>
        <p:sp>
          <p:nvSpPr>
            <p:cNvPr id="302" name="Google Shape;302;p29"/>
            <p:cNvSpPr/>
            <p:nvPr/>
          </p:nvSpPr>
          <p:spPr>
            <a:xfrm>
              <a:off x="9543736" y="4487212"/>
              <a:ext cx="570300" cy="11328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29"/>
            <p:cNvSpPr/>
            <p:nvPr/>
          </p:nvSpPr>
          <p:spPr>
            <a:xfrm rot="-5400000">
              <a:off x="9265568" y="4772968"/>
              <a:ext cx="1126800" cy="570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29"/>
            <p:cNvSpPr/>
            <p:nvPr/>
          </p:nvSpPr>
          <p:spPr>
            <a:xfrm rot="-5400000">
              <a:off x="9265568" y="4764532"/>
              <a:ext cx="1126800" cy="570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29"/>
            <p:cNvSpPr/>
            <p:nvPr/>
          </p:nvSpPr>
          <p:spPr>
            <a:xfrm>
              <a:off x="9736876" y="5519757"/>
              <a:ext cx="186300" cy="303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306" name="Google Shape;306;p29"/>
          <p:cNvPicPr preferRelativeResize="0"/>
          <p:nvPr/>
        </p:nvPicPr>
        <p:blipFill rotWithShape="1">
          <a:blip r:embed="rId3">
            <a:alphaModFix/>
          </a:blip>
          <a:srcRect b="36733" l="41330" r="47980" t="42211"/>
          <a:stretch/>
        </p:blipFill>
        <p:spPr>
          <a:xfrm>
            <a:off x="6405412" y="3121559"/>
            <a:ext cx="520500" cy="888900"/>
          </a:xfrm>
          <a:prstGeom prst="round2SameRect">
            <a:avLst>
              <a:gd fmla="val 4129" name="adj1"/>
              <a:gd fmla="val 0" name="adj2"/>
            </a:avLst>
          </a:prstGeom>
          <a:noFill/>
          <a:ln>
            <a:noFill/>
          </a:ln>
        </p:spPr>
      </p:pic>
      <p:sp>
        <p:nvSpPr>
          <p:cNvPr id="307" name="Google Shape;307;p29"/>
          <p:cNvSpPr/>
          <p:nvPr/>
        </p:nvSpPr>
        <p:spPr>
          <a:xfrm flipH="1">
            <a:off x="6405284" y="3142709"/>
            <a:ext cx="520500" cy="8679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08" name="Google Shape;308;p29"/>
          <p:cNvGrpSpPr/>
          <p:nvPr/>
        </p:nvGrpSpPr>
        <p:grpSpPr>
          <a:xfrm>
            <a:off x="7564804" y="3443361"/>
            <a:ext cx="455496" cy="692277"/>
            <a:chOff x="7384375" y="3728000"/>
            <a:chExt cx="498900" cy="758244"/>
          </a:xfrm>
        </p:grpSpPr>
        <p:sp>
          <p:nvSpPr>
            <p:cNvPr id="309" name="Google Shape;309;p29"/>
            <p:cNvSpPr/>
            <p:nvPr/>
          </p:nvSpPr>
          <p:spPr>
            <a:xfrm rot="10800000">
              <a:off x="7475552" y="4233644"/>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29"/>
            <p:cNvSpPr/>
            <p:nvPr/>
          </p:nvSpPr>
          <p:spPr>
            <a:xfrm rot="5400000">
              <a:off x="7506587" y="4276887"/>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29"/>
            <p:cNvSpPr/>
            <p:nvPr/>
          </p:nvSpPr>
          <p:spPr>
            <a:xfrm>
              <a:off x="7475548" y="3728000"/>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29"/>
            <p:cNvSpPr/>
            <p:nvPr/>
          </p:nvSpPr>
          <p:spPr>
            <a:xfrm>
              <a:off x="7384375" y="3860325"/>
              <a:ext cx="498900" cy="498900"/>
            </a:xfrm>
            <a:prstGeom prst="ellipse">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13" name="Google Shape;313;p29"/>
          <p:cNvGrpSpPr/>
          <p:nvPr/>
        </p:nvGrpSpPr>
        <p:grpSpPr>
          <a:xfrm>
            <a:off x="7564836" y="3561758"/>
            <a:ext cx="478081" cy="462776"/>
            <a:chOff x="7384385" y="3857442"/>
            <a:chExt cx="523637" cy="506874"/>
          </a:xfrm>
        </p:grpSpPr>
        <p:sp>
          <p:nvSpPr>
            <p:cNvPr id="314" name="Google Shape;314;p29"/>
            <p:cNvSpPr/>
            <p:nvPr/>
          </p:nvSpPr>
          <p:spPr>
            <a:xfrm>
              <a:off x="7384385" y="3865416"/>
              <a:ext cx="498900" cy="498900"/>
            </a:xfrm>
            <a:prstGeom prst="ellipse">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15" name="Google Shape;315;p29"/>
            <p:cNvGrpSpPr/>
            <p:nvPr/>
          </p:nvGrpSpPr>
          <p:grpSpPr>
            <a:xfrm>
              <a:off x="7384385" y="3857442"/>
              <a:ext cx="523637" cy="498900"/>
              <a:chOff x="7384385" y="3857442"/>
              <a:chExt cx="523637" cy="498900"/>
            </a:xfrm>
          </p:grpSpPr>
          <p:sp>
            <p:nvSpPr>
              <p:cNvPr id="316" name="Google Shape;316;p29"/>
              <p:cNvSpPr/>
              <p:nvPr/>
            </p:nvSpPr>
            <p:spPr>
              <a:xfrm>
                <a:off x="7384385" y="3857442"/>
                <a:ext cx="498900" cy="4989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29"/>
              <p:cNvSpPr/>
              <p:nvPr/>
            </p:nvSpPr>
            <p:spPr>
              <a:xfrm>
                <a:off x="7856422" y="4081138"/>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descr="offset_comp_342327_edited.jpg" id="318" name="Google Shape;318;p29"/>
          <p:cNvPicPr preferRelativeResize="0"/>
          <p:nvPr/>
        </p:nvPicPr>
        <p:blipFill rotWithShape="1">
          <a:blip r:embed="rId3">
            <a:alphaModFix/>
          </a:blip>
          <a:srcRect b="36557" l="48584" r="37425" t="47335"/>
          <a:stretch/>
        </p:blipFill>
        <p:spPr>
          <a:xfrm>
            <a:off x="7591905" y="3590541"/>
            <a:ext cx="400500" cy="399300"/>
          </a:xfrm>
          <a:prstGeom prst="ellipse">
            <a:avLst/>
          </a:prstGeom>
          <a:noFill/>
          <a:ln cap="flat" cmpd="sng" w="9525">
            <a:solidFill>
              <a:srgbClr val="FFFFFF"/>
            </a:solidFill>
            <a:prstDash val="solid"/>
            <a:round/>
            <a:headEnd len="sm" w="sm" type="none"/>
            <a:tailEnd len="sm" w="sm" type="none"/>
          </a:ln>
        </p:spPr>
      </p:pic>
      <p:grpSp>
        <p:nvGrpSpPr>
          <p:cNvPr id="319" name="Google Shape;319;p29"/>
          <p:cNvGrpSpPr/>
          <p:nvPr/>
        </p:nvGrpSpPr>
        <p:grpSpPr>
          <a:xfrm>
            <a:off x="8110843" y="3443361"/>
            <a:ext cx="435785" cy="692277"/>
            <a:chOff x="7982421" y="3727763"/>
            <a:chExt cx="477311" cy="758244"/>
          </a:xfrm>
        </p:grpSpPr>
        <p:sp>
          <p:nvSpPr>
            <p:cNvPr id="320" name="Google Shape;320;p29"/>
            <p:cNvSpPr/>
            <p:nvPr/>
          </p:nvSpPr>
          <p:spPr>
            <a:xfrm>
              <a:off x="8054507" y="3728825"/>
              <a:ext cx="316500" cy="756600"/>
            </a:xfrm>
            <a:prstGeom prst="roundRect">
              <a:avLst>
                <a:gd fmla="val 15418"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29"/>
            <p:cNvSpPr/>
            <p:nvPr/>
          </p:nvSpPr>
          <p:spPr>
            <a:xfrm rot="10800000">
              <a:off x="8054264" y="4233407"/>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29"/>
            <p:cNvSpPr/>
            <p:nvPr/>
          </p:nvSpPr>
          <p:spPr>
            <a:xfrm rot="5400000">
              <a:off x="8085300" y="4276650"/>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29"/>
            <p:cNvSpPr/>
            <p:nvPr/>
          </p:nvSpPr>
          <p:spPr>
            <a:xfrm>
              <a:off x="8054261" y="3727763"/>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29"/>
            <p:cNvSpPr/>
            <p:nvPr/>
          </p:nvSpPr>
          <p:spPr>
            <a:xfrm>
              <a:off x="7991115" y="3866003"/>
              <a:ext cx="434400" cy="486900"/>
            </a:xfrm>
            <a:prstGeom prst="roundRect">
              <a:avLst>
                <a:gd fmla="val 12273"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29"/>
            <p:cNvSpPr/>
            <p:nvPr/>
          </p:nvSpPr>
          <p:spPr>
            <a:xfrm>
              <a:off x="7982425" y="3884047"/>
              <a:ext cx="451800" cy="499800"/>
            </a:xfrm>
            <a:prstGeom prst="roundRect">
              <a:avLst>
                <a:gd fmla="val 10240"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29"/>
            <p:cNvSpPr/>
            <p:nvPr/>
          </p:nvSpPr>
          <p:spPr>
            <a:xfrm>
              <a:off x="8408132" y="4081081"/>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29"/>
            <p:cNvSpPr/>
            <p:nvPr/>
          </p:nvSpPr>
          <p:spPr>
            <a:xfrm>
              <a:off x="7982421" y="3863888"/>
              <a:ext cx="451800" cy="513900"/>
            </a:xfrm>
            <a:prstGeom prst="roundRect">
              <a:avLst>
                <a:gd fmla="val 1024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328" name="Google Shape;328;p29"/>
          <p:cNvPicPr preferRelativeResize="0"/>
          <p:nvPr/>
        </p:nvPicPr>
        <p:blipFill rotWithShape="1">
          <a:blip r:embed="rId3">
            <a:alphaModFix/>
          </a:blip>
          <a:srcRect b="27092" l="49668" r="37351" t="55915"/>
          <a:stretch/>
        </p:blipFill>
        <p:spPr>
          <a:xfrm>
            <a:off x="8127235" y="3586562"/>
            <a:ext cx="379200" cy="429900"/>
          </a:xfrm>
          <a:prstGeom prst="roundRect">
            <a:avLst>
              <a:gd fmla="val 7794" name="adj"/>
            </a:avLst>
          </a:prstGeom>
          <a:noFill/>
          <a:ln cap="flat" cmpd="sng" w="9525">
            <a:solidFill>
              <a:srgbClr val="FFFFFF"/>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Shift">
  <a:themeElements>
    <a:clrScheme name="Shift">
      <a:dk1>
        <a:srgbClr val="FFFFFF"/>
      </a:dk1>
      <a:lt1>
        <a:srgbClr val="AF7B51"/>
      </a:lt1>
      <a:dk2>
        <a:srgbClr val="233A44"/>
      </a:dk2>
      <a:lt2>
        <a:srgbClr val="D9D9D9"/>
      </a:lt2>
      <a:accent1>
        <a:srgbClr val="00796B"/>
      </a:accent1>
      <a:accent2>
        <a:srgbClr val="D9563F"/>
      </a:accent2>
      <a:accent3>
        <a:srgbClr val="C4A15A"/>
      </a:accent3>
      <a:accent4>
        <a:srgbClr val="14F597"/>
      </a:accent4>
      <a:accent5>
        <a:srgbClr val="3D4594"/>
      </a:accent5>
      <a:accent6>
        <a:srgbClr val="163EF5"/>
      </a:accent6>
      <a:hlink>
        <a:srgbClr val="3D4594"/>
      </a:hlink>
      <a:folHlink>
        <a:srgbClr val="3D459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